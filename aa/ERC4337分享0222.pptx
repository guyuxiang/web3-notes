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fonts/font1.fntdata" ContentType="application/x-fontdata"/>
  <Override PartName="/ppt/handoutMasters/handoutMaster1.xml" ContentType="application/vnd.openxmlformats-officedocument.presentationml.handoutMaster+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handoutMasterIdLst>
    <p:handoutMasterId r:id="rId24"/>
  </p:handoutMasterIdLst>
  <p:sldIdLst>
    <p:sldId id="546" r:id="rId3"/>
    <p:sldId id="618" r:id="rId5"/>
    <p:sldId id="614" r:id="rId6"/>
    <p:sldId id="697" r:id="rId7"/>
    <p:sldId id="698" r:id="rId8"/>
    <p:sldId id="699" r:id="rId9"/>
    <p:sldId id="617" r:id="rId10"/>
    <p:sldId id="713" r:id="rId11"/>
    <p:sldId id="700" r:id="rId12"/>
    <p:sldId id="702" r:id="rId13"/>
    <p:sldId id="739" r:id="rId14"/>
    <p:sldId id="701" r:id="rId15"/>
    <p:sldId id="669" r:id="rId16"/>
    <p:sldId id="727" r:id="rId17"/>
    <p:sldId id="677" r:id="rId18"/>
    <p:sldId id="682" r:id="rId19"/>
    <p:sldId id="696" r:id="rId20"/>
    <p:sldId id="734" r:id="rId21"/>
    <p:sldId id="733" r:id="rId22"/>
    <p:sldId id="624" r:id="rId23"/>
  </p:sldIdLst>
  <p:sldSz cx="12192000" cy="6858000"/>
  <p:notesSz cx="6858000" cy="9144000"/>
  <p:embeddedFontLst>
    <p:embeddedFont>
      <p:font typeface="方正兰亭黑简体" panose="02000000000000000000" pitchFamily="2" charset="-122"/>
      <p:regular r:id="rId29"/>
    </p:embeddedFont>
  </p:embeddedFont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1pPr>
    <a:lvl2pPr marL="0" marR="0" indent="457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2pPr>
    <a:lvl3pPr marL="0" marR="0" indent="914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3pPr>
    <a:lvl4pPr marL="0" marR="0" indent="1371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4pPr>
    <a:lvl5pPr marL="0" marR="0" indent="18288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9pPr>
  </p:defaultTextStyle>
  <p:extLst>
    <p:ext uri="{EFAFB233-063F-42B5-8137-9DF3F51BA10A}">
      <p15:sldGuideLst xmlns:p15="http://schemas.microsoft.com/office/powerpoint/2012/main">
        <p15:guide id="1" orient="horz" pos="2022" userDrawn="1">
          <p15:clr>
            <a:srgbClr val="A4A3A4"/>
          </p15:clr>
        </p15:guide>
        <p15:guide id="2" pos="37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nzhu" initials="l"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077"/>
    <a:srgbClr val="FFBC00"/>
    <a:srgbClr val="185BDB"/>
    <a:srgbClr val="8F5DFA"/>
    <a:srgbClr val="E8EAFF"/>
    <a:srgbClr val="F2F2F2"/>
    <a:srgbClr val="000000"/>
    <a:srgbClr val="996633"/>
    <a:srgbClr val="EBECEC"/>
    <a:srgbClr val="769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5" autoAdjust="0"/>
    <p:restoredTop sz="94660"/>
  </p:normalViewPr>
  <p:slideViewPr>
    <p:cSldViewPr snapToGrid="0" showGuides="1">
      <p:cViewPr varScale="1">
        <p:scale>
          <a:sx n="69" d="100"/>
          <a:sy n="69" d="100"/>
        </p:scale>
        <p:origin x="870" y="96"/>
      </p:cViewPr>
      <p:guideLst>
        <p:guide orient="horz" pos="2022"/>
        <p:guide pos="3778"/>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160" d="100"/>
          <a:sy n="160" d="100"/>
        </p:scale>
        <p:origin x="5584"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1-29T16:05:54.169" idx="4">
    <p:pos x="7343" y="3384"/>
    <p:text>批量是否包含批量验证、执行UserOp</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4-02-21T14:45:29.040" idx="3">
    <p:pos x="10" y="10"/>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5FCDF8-AFF2-4401-922E-54E2F04CCFA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CFD22D-8393-4855-99D6-75CB8A3543E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Shape 46"/>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47" name="Shape 47"/>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panose="020F0502020204030204"/>
      </a:defRPr>
    </a:lvl1pPr>
    <a:lvl2pPr indent="228600" latinLnBrk="0">
      <a:defRPr sz="1200">
        <a:latin typeface="+mn-lt"/>
        <a:ea typeface="+mn-ea"/>
        <a:cs typeface="+mn-cs"/>
        <a:sym typeface="Calibri" panose="020F0502020204030204"/>
      </a:defRPr>
    </a:lvl2pPr>
    <a:lvl3pPr indent="457200" latinLnBrk="0">
      <a:defRPr sz="1200">
        <a:latin typeface="+mn-lt"/>
        <a:ea typeface="+mn-ea"/>
        <a:cs typeface="+mn-cs"/>
        <a:sym typeface="Calibri" panose="020F0502020204030204"/>
      </a:defRPr>
    </a:lvl3pPr>
    <a:lvl4pPr indent="685800" latinLnBrk="0">
      <a:defRPr sz="1200">
        <a:latin typeface="+mn-lt"/>
        <a:ea typeface="+mn-ea"/>
        <a:cs typeface="+mn-cs"/>
        <a:sym typeface="Calibri" panose="020F0502020204030204"/>
      </a:defRPr>
    </a:lvl4pPr>
    <a:lvl5pPr indent="914400" latinLnBrk="0">
      <a:defRPr sz="1200">
        <a:latin typeface="+mn-lt"/>
        <a:ea typeface="+mn-ea"/>
        <a:cs typeface="+mn-cs"/>
        <a:sym typeface="Calibri" panose="020F0502020204030204"/>
      </a:defRPr>
    </a:lvl5pPr>
    <a:lvl6pPr indent="1143000" latinLnBrk="0">
      <a:defRPr sz="1200">
        <a:latin typeface="+mn-lt"/>
        <a:ea typeface="+mn-ea"/>
        <a:cs typeface="+mn-cs"/>
        <a:sym typeface="Calibri" panose="020F0502020204030204"/>
      </a:defRPr>
    </a:lvl6pPr>
    <a:lvl7pPr indent="1371600" latinLnBrk="0">
      <a:defRPr sz="1200">
        <a:latin typeface="+mn-lt"/>
        <a:ea typeface="+mn-ea"/>
        <a:cs typeface="+mn-cs"/>
        <a:sym typeface="Calibri" panose="020F0502020204030204"/>
      </a:defRPr>
    </a:lvl7pPr>
    <a:lvl8pPr indent="1600200" latinLnBrk="0">
      <a:defRPr sz="1200">
        <a:latin typeface="+mn-lt"/>
        <a:ea typeface="+mn-ea"/>
        <a:cs typeface="+mn-cs"/>
        <a:sym typeface="Calibri" panose="020F0502020204030204"/>
      </a:defRPr>
    </a:lvl8pPr>
    <a:lvl9pPr indent="1828800" latinLnBrk="0">
      <a:defRPr sz="1200">
        <a:latin typeface="+mn-lt"/>
        <a:ea typeface="+mn-ea"/>
        <a:cs typeface="+mn-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highlight>
                <a:srgbClr val="FFFF00"/>
              </a:high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ea typeface="宋体"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ea typeface="宋体"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highlight>
                <a:srgbClr val="FFFF00"/>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b="1"/>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hyperlink" Target="http://www.linklogis.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B">
    <p:spTree>
      <p:nvGrpSpPr>
        <p:cNvPr id="1" name=""/>
        <p:cNvGrpSpPr/>
        <p:nvPr/>
      </p:nvGrpSpPr>
      <p:grpSpPr>
        <a:xfrm>
          <a:off x="0" y="0"/>
          <a:ext cx="0" cy="0"/>
          <a:chOff x="0" y="0"/>
          <a:chExt cx="0" cy="0"/>
        </a:xfrm>
      </p:grpSpPr>
      <p:pic>
        <p:nvPicPr>
          <p:cNvPr id="5" name="图像" descr="图像"/>
          <p:cNvPicPr>
            <a:picLocks noChangeAspect="1"/>
          </p:cNvPicPr>
          <p:nvPr userDrawn="1"/>
        </p:nvPicPr>
        <p:blipFill rotWithShape="1">
          <a:blip r:embed="rId2"/>
          <a:srcRect l="1402" t="19765" r="57672" b="40881"/>
          <a:stretch>
            <a:fillRect/>
          </a:stretch>
        </p:blipFill>
        <p:spPr>
          <a:xfrm>
            <a:off x="0" y="-18655"/>
            <a:ext cx="12192000" cy="6876655"/>
          </a:xfrm>
          <a:prstGeom prst="rect">
            <a:avLst/>
          </a:prstGeom>
          <a:ln w="12700">
            <a:miter lim="400000"/>
            <a:headEnd/>
            <a:tailEnd/>
          </a:ln>
        </p:spPr>
      </p:pic>
      <p:sp>
        <p:nvSpPr>
          <p:cNvPr id="8" name="矩形 7"/>
          <p:cNvSpPr/>
          <p:nvPr userDrawn="1"/>
        </p:nvSpPr>
        <p:spPr>
          <a:xfrm>
            <a:off x="0" y="-18655"/>
            <a:ext cx="12192004" cy="6876655"/>
          </a:xfrm>
          <a:prstGeom prst="rect">
            <a:avLst/>
          </a:prstGeom>
          <a:gradFill flip="none" rotWithShape="1">
            <a:gsLst>
              <a:gs pos="0">
                <a:srgbClr val="356DFF">
                  <a:alpha val="40000"/>
                  <a:lumMod val="52000"/>
                  <a:lumOff val="48000"/>
                </a:srgbClr>
              </a:gs>
              <a:gs pos="100000">
                <a:srgbClr val="2864FF"/>
              </a:gs>
            </a:gsLst>
            <a:lin ang="8100000" scaled="0"/>
            <a:tileRect/>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4B4B4B"/>
              </a:solidFill>
              <a:effectLst/>
              <a:uFillTx/>
              <a:latin typeface="+mn-lt"/>
              <a:ea typeface="+mn-ea"/>
              <a:cs typeface="+mn-cs"/>
              <a:sym typeface="Calibri" panose="020F0502020204030204"/>
            </a:endParaRPr>
          </a:p>
        </p:txBody>
      </p:sp>
      <p:sp>
        <p:nvSpPr>
          <p:cNvPr id="21" name="文本占位符 20"/>
          <p:cNvSpPr>
            <a:spLocks noGrp="1"/>
          </p:cNvSpPr>
          <p:nvPr>
            <p:ph type="body" sz="quarter" idx="11" hasCustomPrompt="1"/>
          </p:nvPr>
        </p:nvSpPr>
        <p:spPr>
          <a:xfrm>
            <a:off x="601802" y="3543108"/>
            <a:ext cx="6223000" cy="338571"/>
          </a:xfrm>
          <a:prstGeom prst="rect">
            <a:avLst/>
          </a:prstGeom>
        </p:spPr>
        <p:txBody>
          <a:bodyPr/>
          <a:lstStyle>
            <a:lvl1pPr>
              <a:defRPr sz="1800">
                <a:solidFill>
                  <a:schemeClr val="bg1"/>
                </a:solidFill>
                <a:latin typeface="+mj-ea"/>
                <a:ea typeface="+mj-ea"/>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kumimoji="1" lang="zh-CN" altLang="en-US" dirty="0"/>
              <a:t>请在此输入副标题</a:t>
            </a:r>
            <a:endParaRPr kumimoji="1" lang="zh-CN" altLang="en-US" dirty="0"/>
          </a:p>
        </p:txBody>
      </p:sp>
      <p:pic>
        <p:nvPicPr>
          <p:cNvPr id="9" name="图像" descr="图像"/>
          <p:cNvPicPr>
            <a:picLocks noChangeAspect="1"/>
          </p:cNvPicPr>
          <p:nvPr userDrawn="1"/>
        </p:nvPicPr>
        <p:blipFill>
          <a:blip r:embed="rId3"/>
          <a:stretch>
            <a:fillRect/>
          </a:stretch>
        </p:blipFill>
        <p:spPr>
          <a:xfrm>
            <a:off x="692029" y="427626"/>
            <a:ext cx="2592982" cy="603860"/>
          </a:xfrm>
          <a:prstGeom prst="rect">
            <a:avLst/>
          </a:prstGeom>
          <a:ln w="12700">
            <a:miter lim="400000"/>
            <a:headEnd/>
            <a:tailEnd/>
          </a:ln>
        </p:spPr>
      </p:pic>
      <p:pic>
        <p:nvPicPr>
          <p:cNvPr id="10" name="图片 9"/>
          <p:cNvPicPr>
            <a:picLocks noChangeAspect="1"/>
          </p:cNvPicPr>
          <p:nvPr userDrawn="1"/>
        </p:nvPicPr>
        <p:blipFill>
          <a:blip r:embed="rId4"/>
          <a:stretch>
            <a:fillRect/>
          </a:stretch>
        </p:blipFill>
        <p:spPr>
          <a:xfrm>
            <a:off x="10247264" y="382154"/>
            <a:ext cx="1470805" cy="649332"/>
          </a:xfrm>
          <a:prstGeom prst="rect">
            <a:avLst/>
          </a:prstGeom>
        </p:spPr>
      </p:pic>
      <p:sp>
        <p:nvSpPr>
          <p:cNvPr id="11" name="文本框 10"/>
          <p:cNvSpPr txBox="1"/>
          <p:nvPr userDrawn="1"/>
        </p:nvSpPr>
        <p:spPr>
          <a:xfrm>
            <a:off x="692029" y="6122599"/>
            <a:ext cx="4382199"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mn-cs"/>
                <a:sym typeface="Calibri" panose="020F0502020204030204"/>
              </a:rPr>
              <a:t>香港港交所上市公司（股票代码</a:t>
            </a:r>
            <a:r>
              <a:rPr kumimoji="0" lang="en-US" altLang="zh-CN" sz="14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mn-cs"/>
                <a:sym typeface="Calibri" panose="020F0502020204030204"/>
              </a:rPr>
              <a:t>:9959.HK</a:t>
            </a:r>
            <a:r>
              <a:rPr kumimoji="0" lang="zh-CN" altLang="en-US" sz="14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mn-cs"/>
                <a:sym typeface="Calibri" panose="020F0502020204030204"/>
              </a:rPr>
              <a:t>）</a:t>
            </a:r>
            <a:endParaRPr kumimoji="0" lang="zh-CN" altLang="en-US" sz="14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mn-cs"/>
              <a:sym typeface="Calibri" panose="020F0502020204030204"/>
            </a:endParaRPr>
          </a:p>
        </p:txBody>
      </p:sp>
      <p:sp>
        <p:nvSpPr>
          <p:cNvPr id="12" name="文本框 11"/>
          <p:cNvSpPr txBox="1"/>
          <p:nvPr userDrawn="1"/>
        </p:nvSpPr>
        <p:spPr>
          <a:xfrm>
            <a:off x="9690975" y="6091820"/>
            <a:ext cx="202709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600" dirty="0">
                <a:solidFill>
                  <a:schemeClr val="bg1"/>
                </a:solidFill>
              </a:rPr>
              <a:t>www.linklogis.com</a:t>
            </a:r>
            <a:endParaRPr lang="zh-CN" altLang="en-US" sz="1600" dirty="0">
              <a:solidFill>
                <a:schemeClr val="bg1"/>
              </a:solidFill>
            </a:endParaRPr>
          </a:p>
        </p:txBody>
      </p:sp>
      <p:sp>
        <p:nvSpPr>
          <p:cNvPr id="17" name="文本占位符 16"/>
          <p:cNvSpPr>
            <a:spLocks noGrp="1"/>
          </p:cNvSpPr>
          <p:nvPr>
            <p:ph type="body" sz="quarter" idx="10" hasCustomPrompt="1"/>
          </p:nvPr>
        </p:nvSpPr>
        <p:spPr>
          <a:xfrm>
            <a:off x="565230" y="2708472"/>
            <a:ext cx="6223000" cy="711200"/>
          </a:xfrm>
          <a:prstGeom prst="rect">
            <a:avLst/>
          </a:prstGeom>
        </p:spPr>
        <p:txBody>
          <a:bodyPr/>
          <a:lstStyle>
            <a:lvl1pPr>
              <a:defRPr sz="4800" b="1">
                <a:ln>
                  <a:noFill/>
                </a:ln>
                <a:solidFill>
                  <a:schemeClr val="bg1"/>
                </a:solidFill>
                <a:latin typeface="+mj-ea"/>
                <a:ea typeface="+mj-ea"/>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kumimoji="1" lang="zh-CN" altLang="en-US" dirty="0"/>
              <a:t>请在此输入标题</a:t>
            </a:r>
            <a:endParaRPr kumimoji="1" lang="zh-CN" altLang="en-US" dirty="0"/>
          </a:p>
        </p:txBody>
      </p:sp>
      <p:sp>
        <p:nvSpPr>
          <p:cNvPr id="13" name="矩形 12"/>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4" name="矩形 13"/>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5" name="矩形 14"/>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6" name="矩形 15"/>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8" name="矩形 17"/>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9" name="矩形 18"/>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20" name="矩形 19"/>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22" name="矩形 21"/>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2" name="文本占位符 9"/>
          <p:cNvSpPr>
            <a:spLocks noGrp="1"/>
          </p:cNvSpPr>
          <p:nvPr>
            <p:ph type="body" sz="quarter" idx="12" hasCustomPrompt="1"/>
          </p:nvPr>
        </p:nvSpPr>
        <p:spPr>
          <a:xfrm>
            <a:off x="1459258" y="4003463"/>
            <a:ext cx="507002" cy="622325"/>
          </a:xfrm>
          <a:prstGeom prst="rect">
            <a:avLst/>
          </a:prstGeom>
        </p:spPr>
        <p:txBody>
          <a:bodyPr/>
          <a:lstStyle>
            <a:lvl1pPr marL="228600" marR="0" indent="-228600" algn="l" defTabSz="914400" rtl="0" eaLnBrk="1" fontAlgn="auto" latinLnBrk="0" hangingPunct="1">
              <a:lnSpc>
                <a:spcPct val="160000"/>
              </a:lnSpc>
              <a:spcBef>
                <a:spcPts val="1000"/>
              </a:spcBef>
              <a:spcAft>
                <a:spcPts val="0"/>
              </a:spcAft>
              <a:buClrTx/>
              <a:buSzPct val="100000"/>
              <a:buFont typeface="Arial" panose="020B0604020202090204"/>
              <a:buNone/>
              <a:defRPr lang="zh-CN" altLang="en-US" sz="2100">
                <a:solidFill>
                  <a:schemeClr val="accent1"/>
                </a:solidFill>
                <a:latin typeface="Source Han Sans CN Medium"/>
                <a:cs typeface="Source Han Sans CN Medium"/>
                <a:sym typeface="Source Han Sans CN Medium"/>
              </a:defRPr>
            </a:lvl1pPr>
          </a:lstStyle>
          <a:p>
            <a:pPr>
              <a:lnSpc>
                <a:spcPct val="160000"/>
              </a:lnSpc>
              <a:defRPr sz="2100">
                <a:latin typeface="Source Han Sans CN Medium"/>
                <a:ea typeface="Source Han Sans CN Medium"/>
                <a:cs typeface="Source Han Sans CN Medium"/>
                <a:sym typeface="Source Han Sans CN Medium"/>
              </a:defRPr>
            </a:pPr>
            <a:r>
              <a:rPr lang="en-US" altLang="zh-CN" dirty="0">
                <a:solidFill>
                  <a:srgbClr val="3961F6"/>
                </a:solidFill>
                <a:latin typeface="Arial" panose="020B0604020202090204" pitchFamily="34" charset="0"/>
                <a:ea typeface="方正兰亭中粗黑简体" panose="020B0300000000000000" charset="-122"/>
                <a:cs typeface="Arial" panose="020B0604020202090204" pitchFamily="34" charset="0"/>
              </a:rPr>
              <a:t>01</a:t>
            </a:r>
            <a:endParaRPr lang="zh-CN" altLang="en-US" sz="2100" dirty="0">
              <a:latin typeface="+mn-ea"/>
              <a:ea typeface="+mn-ea"/>
            </a:endParaRPr>
          </a:p>
        </p:txBody>
      </p:sp>
      <p:pic>
        <p:nvPicPr>
          <p:cNvPr id="5" name="图像" descr="图像"/>
          <p:cNvPicPr>
            <a:picLocks noChangeAspect="1"/>
          </p:cNvPicPr>
          <p:nvPr userDrawn="1"/>
        </p:nvPicPr>
        <p:blipFill>
          <a:blip r:embed="rId2"/>
          <a:stretch>
            <a:fillRect/>
          </a:stretch>
        </p:blipFill>
        <p:spPr>
          <a:xfrm>
            <a:off x="0" y="-905277"/>
            <a:ext cx="12217400" cy="8144934"/>
          </a:xfrm>
          <a:prstGeom prst="rect">
            <a:avLst/>
          </a:prstGeom>
          <a:ln w="12700">
            <a:miter lim="400000"/>
            <a:headEnd/>
            <a:tailEnd/>
          </a:ln>
        </p:spPr>
      </p:pic>
      <p:sp>
        <p:nvSpPr>
          <p:cNvPr id="10" name="文本占位符 9"/>
          <p:cNvSpPr>
            <a:spLocks noGrp="1"/>
          </p:cNvSpPr>
          <p:nvPr>
            <p:ph type="body" sz="quarter" idx="10" hasCustomPrompt="1"/>
          </p:nvPr>
        </p:nvSpPr>
        <p:spPr>
          <a:xfrm>
            <a:off x="1368616" y="2202318"/>
            <a:ext cx="3054350" cy="67468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lang="zh-CN" altLang="en-US" sz="4400" smtClean="0">
                <a:solidFill>
                  <a:schemeClr val="accent1"/>
                </a:solidFill>
                <a:latin typeface="+mj-ea"/>
                <a:ea typeface="+mj-ea"/>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zh-CN" altLang="en-US" dirty="0">
                <a:latin typeface="+mj-ea"/>
                <a:ea typeface="+mj-ea"/>
              </a:rPr>
              <a:t>目录</a:t>
            </a:r>
            <a:endParaRPr lang="zh-CN" altLang="en-US" dirty="0">
              <a:latin typeface="+mj-ea"/>
              <a:ea typeface="+mj-ea"/>
            </a:endParaRPr>
          </a:p>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endParaRPr kumimoji="1" lang="zh-CN" altLang="en-US" dirty="0"/>
          </a:p>
        </p:txBody>
      </p:sp>
      <p:sp>
        <p:nvSpPr>
          <p:cNvPr id="11" name="文本占位符 9"/>
          <p:cNvSpPr>
            <a:spLocks noGrp="1"/>
          </p:cNvSpPr>
          <p:nvPr>
            <p:ph type="body" sz="quarter" idx="11" hasCustomPrompt="1"/>
          </p:nvPr>
        </p:nvSpPr>
        <p:spPr>
          <a:xfrm>
            <a:off x="1427870" y="2877005"/>
            <a:ext cx="4267453" cy="67468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lang="en-US" altLang="zh-CN" sz="2700" spc="0" smtClean="0">
                <a:solidFill>
                  <a:schemeClr val="tx2"/>
                </a:solidFill>
                <a:latin typeface="+mj-lt"/>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en-US" altLang="zh-CN" dirty="0">
                <a:latin typeface="+mj-lt"/>
                <a:ea typeface="+mj-ea"/>
              </a:rPr>
              <a:t>TABLE OF CONTENTS</a:t>
            </a:r>
            <a:endParaRPr lang="en-US" altLang="zh-CN" dirty="0">
              <a:latin typeface="+mj-lt"/>
              <a:ea typeface="+mj-ea"/>
            </a:endParaRPr>
          </a:p>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endParaRPr kumimoji="1" lang="zh-CN" altLang="en-US" dirty="0"/>
          </a:p>
        </p:txBody>
      </p:sp>
      <p:sp>
        <p:nvSpPr>
          <p:cNvPr id="17" name="文本占位符 16"/>
          <p:cNvSpPr>
            <a:spLocks noGrp="1"/>
          </p:cNvSpPr>
          <p:nvPr>
            <p:ph type="body" sz="quarter" idx="14" hasCustomPrompt="1"/>
          </p:nvPr>
        </p:nvSpPr>
        <p:spPr>
          <a:xfrm>
            <a:off x="1769037" y="4182969"/>
            <a:ext cx="2552700" cy="44281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sz="1800">
                <a:latin typeface="+mn-lt"/>
                <a:ea typeface="+mj-ea"/>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zh-CN" altLang="en-US" dirty="0">
                <a:solidFill>
                  <a:srgbClr val="A8A7A7"/>
                </a:solidFill>
              </a:rPr>
              <a:t>｜</a:t>
            </a:r>
            <a:r>
              <a:rPr lang="zh-CN" altLang="en-US" sz="1800" dirty="0">
                <a:latin typeface="+mn-ea"/>
                <a:ea typeface="+mn-ea"/>
              </a:rPr>
              <a:t>请输入内容</a:t>
            </a:r>
            <a:endParaRPr lang="zh-CN" altLang="en-US" sz="1800" dirty="0">
              <a:latin typeface="+mn-ea"/>
              <a:ea typeface="+mn-ea"/>
            </a:endParaRPr>
          </a:p>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endParaRPr kumimoji="1" lang="zh-CN" altLang="en-US" dirty="0"/>
          </a:p>
        </p:txBody>
      </p:sp>
      <p:sp>
        <p:nvSpPr>
          <p:cNvPr id="7" name="矩形 6"/>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8" name="矩形 7"/>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9" name="矩形 8"/>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3" name="矩形 12"/>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4" name="矩形 13"/>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5" name="矩形 14"/>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6" name="矩形 15"/>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8" name="矩形 17"/>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节标题-A">
    <p:bg>
      <p:bgPr>
        <a:solidFill>
          <a:srgbClr val="2864FF"/>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srcRect t="9337" r="14512" b="9304"/>
          <a:stretch>
            <a:fillRect/>
          </a:stretch>
        </p:blipFill>
        <p:spPr>
          <a:xfrm>
            <a:off x="-1" y="-18656"/>
            <a:ext cx="12192001" cy="6876655"/>
          </a:xfrm>
          <a:prstGeom prst="rect">
            <a:avLst/>
          </a:prstGeom>
        </p:spPr>
      </p:pic>
      <p:sp>
        <p:nvSpPr>
          <p:cNvPr id="11" name="矩形 10"/>
          <p:cNvSpPr/>
          <p:nvPr userDrawn="1"/>
        </p:nvSpPr>
        <p:spPr>
          <a:xfrm>
            <a:off x="-4" y="-18655"/>
            <a:ext cx="12192004" cy="6876655"/>
          </a:xfrm>
          <a:prstGeom prst="rect">
            <a:avLst/>
          </a:prstGeom>
          <a:gradFill flip="none" rotWithShape="1">
            <a:gsLst>
              <a:gs pos="0">
                <a:srgbClr val="356DFF">
                  <a:alpha val="40000"/>
                  <a:lumMod val="52000"/>
                  <a:lumOff val="48000"/>
                </a:srgbClr>
              </a:gs>
              <a:gs pos="100000">
                <a:srgbClr val="2864FF"/>
              </a:gs>
            </a:gsLst>
            <a:lin ang="8100000" scaled="0"/>
            <a:tileRect/>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4B4B4B"/>
              </a:solidFill>
              <a:effectLst/>
              <a:uFillTx/>
              <a:latin typeface="+mn-lt"/>
              <a:ea typeface="+mn-ea"/>
              <a:cs typeface="+mn-cs"/>
              <a:sym typeface="Calibri" panose="020F0502020204030204"/>
            </a:endParaRPr>
          </a:p>
        </p:txBody>
      </p:sp>
      <p:pic>
        <p:nvPicPr>
          <p:cNvPr id="12" name="图形 11"/>
          <p:cNvPicPr>
            <a:picLocks noChangeAspect="1"/>
          </p:cNvPicPr>
          <p:nvPr userDrawn="1"/>
        </p:nvPicPr>
        <p:blipFill rotWithShape="1">
          <a:blip r:embed="rId3">
            <a:extLst>
              <a:ext uri="{96DAC541-7B7A-43D3-8B79-37D633B846F1}">
                <asvg:svgBlip xmlns:asvg="http://schemas.microsoft.com/office/drawing/2016/SVG/main" r:embed="rId4"/>
              </a:ext>
            </a:extLst>
          </a:blip>
          <a:srcRect r="29650" b="50000"/>
          <a:stretch>
            <a:fillRect/>
          </a:stretch>
        </p:blipFill>
        <p:spPr>
          <a:xfrm>
            <a:off x="2770211" y="2589401"/>
            <a:ext cx="9421789" cy="4268599"/>
          </a:xfrm>
          <a:prstGeom prst="rect">
            <a:avLst/>
          </a:prstGeom>
        </p:spPr>
      </p:pic>
      <p:sp>
        <p:nvSpPr>
          <p:cNvPr id="14" name="幻灯片编号"/>
          <p:cNvSpPr txBox="1"/>
          <p:nvPr userDrawn="1"/>
        </p:nvSpPr>
        <p:spPr>
          <a:xfrm>
            <a:off x="11715624" y="6585665"/>
            <a:ext cx="243014" cy="246221"/>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defRPr kumimoji="0" sz="1000" b="0" i="0" u="none" strike="noStrike" cap="none" spc="0" normalizeH="0" baseline="0">
                <a:ln>
                  <a:noFill/>
                </a:ln>
                <a:solidFill>
                  <a:schemeClr val="accent2"/>
                </a:solidFill>
                <a:effectLst/>
                <a:uFillTx/>
                <a:latin typeface="+mn-lt"/>
                <a:ea typeface="+mn-ea"/>
                <a:cs typeface="+mn-cs"/>
                <a:sym typeface="Calibri" panose="020F0502020204030204"/>
              </a:defRPr>
            </a:lvl1pPr>
            <a:lvl2pPr marL="0" marR="0" indent="457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2pPr>
            <a:lvl3pPr marL="0" marR="0" indent="914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3pPr>
            <a:lvl4pPr marL="0" marR="0" indent="1371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4pPr>
            <a:lvl5pPr marL="0" marR="0" indent="18288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9pPr>
          </a:lstStyle>
          <a:p>
            <a:fld id="{86CB4B4D-7CA3-9044-876B-883B54F8677D}" type="slidenum">
              <a:rPr lang="en-US" altLang="zh-CN" smtClean="0">
                <a:solidFill>
                  <a:schemeClr val="bg1"/>
                </a:solidFill>
              </a:rPr>
            </a:fld>
            <a:endParaRPr lang="en-US" altLang="zh-CN" dirty="0">
              <a:solidFill>
                <a:schemeClr val="bg1"/>
              </a:solidFill>
            </a:endParaRPr>
          </a:p>
        </p:txBody>
      </p:sp>
      <p:pic>
        <p:nvPicPr>
          <p:cNvPr id="15" name="图像" descr="图像"/>
          <p:cNvPicPr>
            <a:picLocks noChangeAspect="1"/>
          </p:cNvPicPr>
          <p:nvPr userDrawn="1"/>
        </p:nvPicPr>
        <p:blipFill>
          <a:blip r:embed="rId5"/>
          <a:stretch>
            <a:fillRect/>
          </a:stretch>
        </p:blipFill>
        <p:spPr>
          <a:xfrm>
            <a:off x="843491" y="5839476"/>
            <a:ext cx="2592982" cy="603860"/>
          </a:xfrm>
          <a:prstGeom prst="rect">
            <a:avLst/>
          </a:prstGeom>
          <a:ln w="12700">
            <a:miter lim="400000"/>
            <a:headEnd/>
            <a:tailEnd/>
          </a:ln>
        </p:spPr>
      </p:pic>
      <p:sp>
        <p:nvSpPr>
          <p:cNvPr id="4" name="矩形 3"/>
          <p:cNvSpPr/>
          <p:nvPr userDrawn="1"/>
        </p:nvSpPr>
        <p:spPr>
          <a:xfrm>
            <a:off x="10244818" y="378518"/>
            <a:ext cx="1470805" cy="604570"/>
          </a:xfrm>
          <a:prstGeom prst="rect">
            <a:avLst/>
          </a:prstGeom>
          <a:blipFill dpi="0" rotWithShape="1">
            <a:blip r:embed="rId6">
              <a:alphaModFix amt="25000"/>
            </a:blip>
            <a:srcRect/>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4B4B4B"/>
              </a:solidFill>
              <a:effectLst/>
              <a:uFillTx/>
              <a:latin typeface="+mn-lt"/>
              <a:ea typeface="+mn-ea"/>
              <a:cs typeface="+mn-cs"/>
              <a:sym typeface="Calibri" panose="020F0502020204030204"/>
            </a:endParaRPr>
          </a:p>
        </p:txBody>
      </p:sp>
      <p:sp>
        <p:nvSpPr>
          <p:cNvPr id="3" name="文本占位符 2"/>
          <p:cNvSpPr>
            <a:spLocks noGrp="1"/>
          </p:cNvSpPr>
          <p:nvPr>
            <p:ph type="body" sz="quarter" idx="10" hasCustomPrompt="1"/>
          </p:nvPr>
        </p:nvSpPr>
        <p:spPr>
          <a:xfrm>
            <a:off x="750189" y="440763"/>
            <a:ext cx="2408238" cy="1016000"/>
          </a:xfrm>
          <a:prstGeom prst="rect">
            <a:avLst/>
          </a:prstGeom>
        </p:spPr>
        <p:txBody>
          <a:bodyPr/>
          <a:lstStyle>
            <a:lvl1pPr>
              <a:defRPr sz="8000">
                <a:solidFill>
                  <a:schemeClr val="bg1"/>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kumimoji="1" lang="en-US" altLang="zh-CN" dirty="0"/>
              <a:t>01</a:t>
            </a:r>
            <a:endParaRPr kumimoji="1" lang="zh-CN" altLang="en-US" dirty="0"/>
          </a:p>
        </p:txBody>
      </p:sp>
      <p:sp>
        <p:nvSpPr>
          <p:cNvPr id="18" name="文本占位符 2"/>
          <p:cNvSpPr>
            <a:spLocks noGrp="1"/>
          </p:cNvSpPr>
          <p:nvPr>
            <p:ph type="body" sz="quarter" idx="11" hasCustomPrompt="1"/>
          </p:nvPr>
        </p:nvSpPr>
        <p:spPr>
          <a:xfrm>
            <a:off x="776816" y="2624094"/>
            <a:ext cx="6238612" cy="738209"/>
          </a:xfrm>
          <a:prstGeom prst="rect">
            <a:avLst/>
          </a:prstGeom>
        </p:spPr>
        <p:txBody>
          <a:bodyPr/>
          <a:lstStyle>
            <a:lvl1pPr>
              <a:defRPr sz="4400" b="1">
                <a:solidFill>
                  <a:schemeClr val="bg1"/>
                </a:solidFill>
                <a:latin typeface="+mj-ea"/>
                <a:ea typeface="+mj-ea"/>
              </a:defRPr>
            </a:lvl1pPr>
          </a:lstStyle>
          <a:p>
            <a:pPr marL="228600" marR="0" lvl="0" indent="-228600" algn="l" defTabSz="914400" rtl="0" eaLnBrk="1" fontAlgn="auto" latinLnBrk="0" hangingPunct="1">
              <a:lnSpc>
                <a:spcPct val="100000"/>
              </a:lnSpc>
              <a:spcBef>
                <a:spcPts val="1000"/>
              </a:spcBef>
              <a:spcAft>
                <a:spcPts val="0"/>
              </a:spcAft>
              <a:buClrTx/>
              <a:buSzPct val="100000"/>
              <a:buFont typeface="Arial" panose="020B0604020202090204"/>
              <a:buNone/>
              <a:defRPr/>
            </a:pPr>
            <a:r>
              <a:rPr lang="zh-CN" altLang="en-US" dirty="0"/>
              <a:t>请在此处输入标题</a:t>
            </a:r>
            <a:endParaRPr lang="en-US" altLang="zh-CN" dirty="0"/>
          </a:p>
        </p:txBody>
      </p:sp>
      <p:sp>
        <p:nvSpPr>
          <p:cNvPr id="19" name="文本占位符 2"/>
          <p:cNvSpPr>
            <a:spLocks noGrp="1"/>
          </p:cNvSpPr>
          <p:nvPr>
            <p:ph type="body" sz="quarter" idx="12" hasCustomPrompt="1"/>
          </p:nvPr>
        </p:nvSpPr>
        <p:spPr>
          <a:xfrm>
            <a:off x="776816" y="3359354"/>
            <a:ext cx="6232230" cy="574581"/>
          </a:xfrm>
          <a:prstGeom prst="rect">
            <a:avLst/>
          </a:prstGeom>
        </p:spPr>
        <p:txBody>
          <a:bodyPr/>
          <a:lstStyle>
            <a:lvl1pPr marL="228600" marR="0" indent="-228600" algn="l" defTabSz="914400" rtl="0" eaLnBrk="1" fontAlgn="auto" latinLnBrk="0" hangingPunct="1">
              <a:lnSpc>
                <a:spcPct val="100000"/>
              </a:lnSpc>
              <a:spcBef>
                <a:spcPts val="1000"/>
              </a:spcBef>
              <a:spcAft>
                <a:spcPts val="0"/>
              </a:spcAft>
              <a:buClrTx/>
              <a:buSzPct val="100000"/>
              <a:buFont typeface="Arial" panose="020B0604020202090204"/>
              <a:buNone/>
              <a:defRPr lang="en-US" altLang="zh-CN" sz="2000" smtClean="0">
                <a:latin typeface="+mj-ea"/>
                <a:ea typeface="+mj-ea"/>
              </a:defRPr>
            </a:lvl1pPr>
          </a:lstStyle>
          <a:p>
            <a:pPr marL="228600" marR="0" lvl="0" indent="-228600" algn="l" defTabSz="914400" rtl="0" eaLnBrk="1" fontAlgn="auto" latinLnBrk="0" hangingPunct="1">
              <a:lnSpc>
                <a:spcPct val="100000"/>
              </a:lnSpc>
              <a:spcBef>
                <a:spcPts val="1000"/>
              </a:spcBef>
              <a:spcAft>
                <a:spcPts val="0"/>
              </a:spcAft>
              <a:buClrTx/>
              <a:buSzPct val="100000"/>
              <a:buFont typeface="Arial" panose="020B0604020202090204"/>
              <a:buNone/>
              <a:defRPr/>
            </a:pPr>
            <a:r>
              <a:rPr lang="en-US" altLang="zh-CN" dirty="0">
                <a:latin typeface="+mj-lt"/>
                <a:ea typeface="+mj-ea"/>
              </a:rPr>
              <a:t>Add</a:t>
            </a:r>
            <a:r>
              <a:rPr lang="zh-CN" altLang="en-US" dirty="0">
                <a:latin typeface="+mj-lt"/>
                <a:ea typeface="+mj-ea"/>
              </a:rPr>
              <a:t> </a:t>
            </a:r>
            <a:r>
              <a:rPr lang="en-US" altLang="zh-CN" dirty="0">
                <a:latin typeface="+mj-lt"/>
                <a:ea typeface="+mj-ea"/>
              </a:rPr>
              <a:t>Title</a:t>
            </a:r>
            <a:r>
              <a:rPr lang="zh-CN" altLang="en-US" dirty="0">
                <a:latin typeface="+mj-lt"/>
                <a:ea typeface="+mj-ea"/>
              </a:rPr>
              <a:t> </a:t>
            </a:r>
            <a:r>
              <a:rPr lang="en-US" altLang="zh-CN" dirty="0">
                <a:latin typeface="+mj-lt"/>
                <a:ea typeface="+mj-ea"/>
              </a:rPr>
              <a:t>Here</a:t>
            </a:r>
            <a:endParaRPr lang="en-US" altLang="zh-CN" dirty="0">
              <a:latin typeface="+mj-lt"/>
              <a:ea typeface="+mj-ea"/>
            </a:endParaRPr>
          </a:p>
        </p:txBody>
      </p:sp>
      <p:sp>
        <p:nvSpPr>
          <p:cNvPr id="13" name="矩形 12"/>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6" name="矩形 15"/>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7" name="矩形 16"/>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20" name="矩形 19"/>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21" name="矩形 20"/>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22" name="矩形 21"/>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23" name="矩形 22"/>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24" name="矩形 23"/>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章节标题-A">
    <p:bg>
      <p:bgPr>
        <a:solidFill>
          <a:srgbClr val="2864FF"/>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srcRect t="9337" r="14512" b="9304"/>
          <a:stretch>
            <a:fillRect/>
          </a:stretch>
        </p:blipFill>
        <p:spPr>
          <a:xfrm>
            <a:off x="-1" y="-18656"/>
            <a:ext cx="12192001" cy="6876655"/>
          </a:xfrm>
          <a:prstGeom prst="rect">
            <a:avLst/>
          </a:prstGeom>
        </p:spPr>
      </p:pic>
      <p:sp>
        <p:nvSpPr>
          <p:cNvPr id="11" name="矩形 10"/>
          <p:cNvSpPr/>
          <p:nvPr userDrawn="1"/>
        </p:nvSpPr>
        <p:spPr>
          <a:xfrm>
            <a:off x="-4" y="-18655"/>
            <a:ext cx="12192004" cy="6876655"/>
          </a:xfrm>
          <a:prstGeom prst="rect">
            <a:avLst/>
          </a:prstGeom>
          <a:gradFill flip="none" rotWithShape="1">
            <a:gsLst>
              <a:gs pos="0">
                <a:srgbClr val="356DFF">
                  <a:alpha val="40000"/>
                  <a:lumMod val="52000"/>
                  <a:lumOff val="48000"/>
                </a:srgbClr>
              </a:gs>
              <a:gs pos="100000">
                <a:srgbClr val="2864FF"/>
              </a:gs>
            </a:gsLst>
            <a:lin ang="8100000" scaled="0"/>
            <a:tileRect/>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4B4B4B"/>
              </a:solidFill>
              <a:effectLst/>
              <a:uFillTx/>
              <a:latin typeface="+mn-lt"/>
              <a:ea typeface="+mn-ea"/>
              <a:cs typeface="+mn-cs"/>
              <a:sym typeface="Calibri" panose="020F0502020204030204"/>
            </a:endParaRPr>
          </a:p>
        </p:txBody>
      </p:sp>
      <p:pic>
        <p:nvPicPr>
          <p:cNvPr id="12" name="图形 11"/>
          <p:cNvPicPr>
            <a:picLocks noChangeAspect="1"/>
          </p:cNvPicPr>
          <p:nvPr userDrawn="1"/>
        </p:nvPicPr>
        <p:blipFill rotWithShape="1">
          <a:blip r:embed="rId3">
            <a:extLst>
              <a:ext uri="{96DAC541-7B7A-43D3-8B79-37D633B846F1}">
                <asvg:svgBlip xmlns:asvg="http://schemas.microsoft.com/office/drawing/2016/SVG/main" r:embed="rId4"/>
              </a:ext>
            </a:extLst>
          </a:blip>
          <a:srcRect r="29650" b="50000"/>
          <a:stretch>
            <a:fillRect/>
          </a:stretch>
        </p:blipFill>
        <p:spPr>
          <a:xfrm>
            <a:off x="2770211" y="2589401"/>
            <a:ext cx="9421789" cy="4268599"/>
          </a:xfrm>
          <a:prstGeom prst="rect">
            <a:avLst/>
          </a:prstGeom>
        </p:spPr>
      </p:pic>
      <p:sp>
        <p:nvSpPr>
          <p:cNvPr id="14" name="幻灯片编号"/>
          <p:cNvSpPr txBox="1"/>
          <p:nvPr userDrawn="1"/>
        </p:nvSpPr>
        <p:spPr>
          <a:xfrm>
            <a:off x="11715624" y="6585665"/>
            <a:ext cx="243014" cy="246221"/>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defRPr kumimoji="0" sz="1000" b="0" i="0" u="none" strike="noStrike" cap="none" spc="0" normalizeH="0" baseline="0">
                <a:ln>
                  <a:noFill/>
                </a:ln>
                <a:solidFill>
                  <a:schemeClr val="accent2"/>
                </a:solidFill>
                <a:effectLst/>
                <a:uFillTx/>
                <a:latin typeface="+mn-lt"/>
                <a:ea typeface="+mn-ea"/>
                <a:cs typeface="+mn-cs"/>
                <a:sym typeface="Calibri" panose="020F0502020204030204"/>
              </a:defRPr>
            </a:lvl1pPr>
            <a:lvl2pPr marL="0" marR="0" indent="457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2pPr>
            <a:lvl3pPr marL="0" marR="0" indent="914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3pPr>
            <a:lvl4pPr marL="0" marR="0" indent="1371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4pPr>
            <a:lvl5pPr marL="0" marR="0" indent="18288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lvl9pPr>
          </a:lstStyle>
          <a:p>
            <a:fld id="{86CB4B4D-7CA3-9044-876B-883B54F8677D}" type="slidenum">
              <a:rPr lang="en-US" altLang="zh-CN" smtClean="0">
                <a:solidFill>
                  <a:schemeClr val="bg1"/>
                </a:solidFill>
              </a:rPr>
            </a:fld>
            <a:endParaRPr lang="en-US" altLang="zh-CN" dirty="0">
              <a:solidFill>
                <a:schemeClr val="bg1"/>
              </a:solidFill>
            </a:endParaRPr>
          </a:p>
        </p:txBody>
      </p:sp>
      <p:sp>
        <p:nvSpPr>
          <p:cNvPr id="4" name="矩形 3"/>
          <p:cNvSpPr/>
          <p:nvPr userDrawn="1"/>
        </p:nvSpPr>
        <p:spPr>
          <a:xfrm>
            <a:off x="10244818" y="378518"/>
            <a:ext cx="1470805" cy="604570"/>
          </a:xfrm>
          <a:prstGeom prst="rect">
            <a:avLst/>
          </a:prstGeom>
          <a:blipFill dpi="0" rotWithShape="1">
            <a:blip r:embed="rId5">
              <a:alphaModFix amt="25000"/>
            </a:blip>
            <a:srcRect/>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4B4B4B"/>
              </a:solidFill>
              <a:effectLst/>
              <a:uFillTx/>
              <a:latin typeface="+mn-lt"/>
              <a:ea typeface="+mn-ea"/>
              <a:cs typeface="+mn-cs"/>
              <a:sym typeface="Calibri" panose="020F0502020204030204"/>
            </a:endParaRPr>
          </a:p>
        </p:txBody>
      </p:sp>
      <p:sp>
        <p:nvSpPr>
          <p:cNvPr id="3" name="文本占位符 2"/>
          <p:cNvSpPr>
            <a:spLocks noGrp="1"/>
          </p:cNvSpPr>
          <p:nvPr>
            <p:ph type="body" sz="quarter" idx="10" hasCustomPrompt="1"/>
          </p:nvPr>
        </p:nvSpPr>
        <p:spPr>
          <a:xfrm>
            <a:off x="750189" y="440763"/>
            <a:ext cx="2408238" cy="1016000"/>
          </a:xfrm>
          <a:prstGeom prst="rect">
            <a:avLst/>
          </a:prstGeom>
        </p:spPr>
        <p:txBody>
          <a:bodyPr/>
          <a:lstStyle>
            <a:lvl1pPr>
              <a:defRPr sz="8000">
                <a:solidFill>
                  <a:schemeClr val="bg1"/>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kumimoji="1" lang="en-US" altLang="zh-CN" dirty="0"/>
              <a:t>01</a:t>
            </a:r>
            <a:endParaRPr kumimoji="1" lang="zh-CN" altLang="en-US" dirty="0"/>
          </a:p>
        </p:txBody>
      </p:sp>
      <p:sp>
        <p:nvSpPr>
          <p:cNvPr id="18" name="文本占位符 2"/>
          <p:cNvSpPr>
            <a:spLocks noGrp="1"/>
          </p:cNvSpPr>
          <p:nvPr>
            <p:ph type="body" sz="quarter" idx="11" hasCustomPrompt="1"/>
          </p:nvPr>
        </p:nvSpPr>
        <p:spPr>
          <a:xfrm>
            <a:off x="776816" y="2624094"/>
            <a:ext cx="6238612" cy="738209"/>
          </a:xfrm>
          <a:prstGeom prst="rect">
            <a:avLst/>
          </a:prstGeom>
        </p:spPr>
        <p:txBody>
          <a:bodyPr/>
          <a:lstStyle>
            <a:lvl1pPr>
              <a:defRPr sz="4400" b="1">
                <a:solidFill>
                  <a:schemeClr val="bg1"/>
                </a:solidFill>
                <a:latin typeface="+mj-ea"/>
                <a:ea typeface="+mj-ea"/>
              </a:defRPr>
            </a:lvl1pPr>
          </a:lstStyle>
          <a:p>
            <a:pPr marL="228600" marR="0" lvl="0" indent="-228600" algn="l" defTabSz="914400" rtl="0" eaLnBrk="1" fontAlgn="auto" latinLnBrk="0" hangingPunct="1">
              <a:lnSpc>
                <a:spcPct val="100000"/>
              </a:lnSpc>
              <a:spcBef>
                <a:spcPts val="1000"/>
              </a:spcBef>
              <a:spcAft>
                <a:spcPts val="0"/>
              </a:spcAft>
              <a:buClrTx/>
              <a:buSzPct val="100000"/>
              <a:buFont typeface="Arial" panose="020B0604020202090204"/>
              <a:buNone/>
              <a:defRPr/>
            </a:pPr>
            <a:r>
              <a:rPr lang="zh-CN" altLang="en-US" dirty="0"/>
              <a:t>请在此处输入标题</a:t>
            </a:r>
            <a:endParaRPr lang="en-US" altLang="zh-CN" dirty="0"/>
          </a:p>
        </p:txBody>
      </p:sp>
      <p:sp>
        <p:nvSpPr>
          <p:cNvPr id="19" name="文本占位符 2"/>
          <p:cNvSpPr>
            <a:spLocks noGrp="1"/>
          </p:cNvSpPr>
          <p:nvPr>
            <p:ph type="body" sz="quarter" idx="12" hasCustomPrompt="1"/>
          </p:nvPr>
        </p:nvSpPr>
        <p:spPr>
          <a:xfrm>
            <a:off x="776816" y="3359354"/>
            <a:ext cx="6232230" cy="574581"/>
          </a:xfrm>
          <a:prstGeom prst="rect">
            <a:avLst/>
          </a:prstGeom>
        </p:spPr>
        <p:txBody>
          <a:bodyPr/>
          <a:lstStyle>
            <a:lvl1pPr marL="228600" marR="0" indent="-228600" algn="l" defTabSz="914400" rtl="0" eaLnBrk="1" fontAlgn="auto" latinLnBrk="0" hangingPunct="1">
              <a:lnSpc>
                <a:spcPct val="100000"/>
              </a:lnSpc>
              <a:spcBef>
                <a:spcPts val="1000"/>
              </a:spcBef>
              <a:spcAft>
                <a:spcPts val="0"/>
              </a:spcAft>
              <a:buClrTx/>
              <a:buSzPct val="100000"/>
              <a:buFont typeface="Arial" panose="020B0604020202090204"/>
              <a:buNone/>
              <a:defRPr lang="en-US" altLang="zh-CN" sz="2000" smtClean="0">
                <a:latin typeface="+mj-ea"/>
                <a:ea typeface="+mj-ea"/>
              </a:defRPr>
            </a:lvl1pPr>
          </a:lstStyle>
          <a:p>
            <a:pPr marL="228600" marR="0" lvl="0" indent="-228600" algn="l" defTabSz="914400" rtl="0" eaLnBrk="1" fontAlgn="auto" latinLnBrk="0" hangingPunct="1">
              <a:lnSpc>
                <a:spcPct val="100000"/>
              </a:lnSpc>
              <a:spcBef>
                <a:spcPts val="1000"/>
              </a:spcBef>
              <a:spcAft>
                <a:spcPts val="0"/>
              </a:spcAft>
              <a:buClrTx/>
              <a:buSzPct val="100000"/>
              <a:buFont typeface="Arial" panose="020B0604020202090204"/>
              <a:buNone/>
              <a:defRPr/>
            </a:pPr>
            <a:r>
              <a:rPr lang="en-US" altLang="zh-CN" dirty="0">
                <a:latin typeface="+mj-lt"/>
                <a:ea typeface="+mj-ea"/>
              </a:rPr>
              <a:t>Add</a:t>
            </a:r>
            <a:r>
              <a:rPr lang="zh-CN" altLang="en-US" dirty="0">
                <a:latin typeface="+mj-lt"/>
                <a:ea typeface="+mj-ea"/>
              </a:rPr>
              <a:t> </a:t>
            </a:r>
            <a:r>
              <a:rPr lang="en-US" altLang="zh-CN" dirty="0">
                <a:latin typeface="+mj-lt"/>
                <a:ea typeface="+mj-ea"/>
              </a:rPr>
              <a:t>Title</a:t>
            </a:r>
            <a:r>
              <a:rPr lang="zh-CN" altLang="en-US" dirty="0">
                <a:latin typeface="+mj-lt"/>
                <a:ea typeface="+mj-ea"/>
              </a:rPr>
              <a:t> </a:t>
            </a:r>
            <a:r>
              <a:rPr lang="en-US" altLang="zh-CN" dirty="0">
                <a:latin typeface="+mj-lt"/>
                <a:ea typeface="+mj-ea"/>
              </a:rPr>
              <a:t>Here</a:t>
            </a:r>
            <a:endParaRPr lang="en-US" altLang="zh-CN" dirty="0">
              <a:latin typeface="+mj-lt"/>
              <a:ea typeface="+mj-ea"/>
            </a:endParaRPr>
          </a:p>
        </p:txBody>
      </p:sp>
      <p:sp>
        <p:nvSpPr>
          <p:cNvPr id="13" name="矩形 12"/>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5" name="矩形 14"/>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6" name="矩形 15"/>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7" name="矩形 16"/>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20" name="矩形 19"/>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21" name="矩形 20"/>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22" name="矩形 21"/>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23" name="矩形 22"/>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正文">
    <p:bg>
      <p:bgPr>
        <a:solidFill>
          <a:srgbClr val="FEFEFE"/>
        </a:solidFill>
        <a:effectLst/>
      </p:bgPr>
    </p:bg>
    <p:spTree>
      <p:nvGrpSpPr>
        <p:cNvPr id="1" name=""/>
        <p:cNvGrpSpPr/>
        <p:nvPr/>
      </p:nvGrpSpPr>
      <p:grpSpPr>
        <a:xfrm>
          <a:off x="0" y="0"/>
          <a:ext cx="0" cy="0"/>
          <a:chOff x="0" y="0"/>
          <a:chExt cx="0" cy="0"/>
        </a:xfrm>
      </p:grpSpPr>
      <p:sp>
        <p:nvSpPr>
          <p:cNvPr id="30" name="幻灯片编号"/>
          <p:cNvSpPr txBox="1">
            <a:spLocks noGrp="1"/>
          </p:cNvSpPr>
          <p:nvPr>
            <p:ph type="sldNum" sz="quarter" idx="2"/>
          </p:nvPr>
        </p:nvSpPr>
        <p:spPr>
          <a:xfrm>
            <a:off x="11725761" y="6594519"/>
            <a:ext cx="348475" cy="190745"/>
          </a:xfrm>
          <a:prstGeom prst="rect">
            <a:avLst/>
          </a:prstGeom>
        </p:spPr>
        <p:txBody>
          <a:bodyPr/>
          <a:lstStyle>
            <a:lvl1pPr>
              <a:defRPr sz="1000">
                <a:solidFill>
                  <a:srgbClr val="2864FF"/>
                </a:solidFill>
              </a:defRPr>
            </a:lvl1pPr>
          </a:lstStyle>
          <a:p>
            <a:fld id="{86CB4B4D-7CA3-9044-876B-883B54F8677D}" type="slidenum">
              <a:rPr lang="en-US" altLang="zh-CN" smtClean="0"/>
            </a:fld>
            <a:endParaRPr lang="zh-CN" altLang="en-US" dirty="0"/>
          </a:p>
        </p:txBody>
      </p:sp>
      <p:pic>
        <p:nvPicPr>
          <p:cNvPr id="6" name="图像" descr="图像"/>
          <p:cNvPicPr>
            <a:picLocks noChangeAspect="1"/>
          </p:cNvPicPr>
          <p:nvPr userDrawn="1"/>
        </p:nvPicPr>
        <p:blipFill>
          <a:blip r:embed="rId2"/>
          <a:stretch>
            <a:fillRect/>
          </a:stretch>
        </p:blipFill>
        <p:spPr>
          <a:xfrm>
            <a:off x="-6929" y="-6659"/>
            <a:ext cx="826658" cy="826658"/>
          </a:xfrm>
          <a:prstGeom prst="rect">
            <a:avLst/>
          </a:prstGeom>
          <a:ln w="12700">
            <a:miter lim="400000"/>
            <a:headEnd/>
            <a:tailEnd/>
          </a:ln>
        </p:spPr>
      </p:pic>
      <p:sp>
        <p:nvSpPr>
          <p:cNvPr id="9" name="文本占位符 8"/>
          <p:cNvSpPr>
            <a:spLocks noGrp="1"/>
          </p:cNvSpPr>
          <p:nvPr>
            <p:ph type="body" sz="quarter" idx="10" hasCustomPrompt="1"/>
          </p:nvPr>
        </p:nvSpPr>
        <p:spPr>
          <a:xfrm>
            <a:off x="930063" y="176352"/>
            <a:ext cx="2231490" cy="3762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sz="2500">
                <a:solidFill>
                  <a:schemeClr val="accent3"/>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zh-CN" altLang="en-US" sz="2400" dirty="0">
                <a:latin typeface="微软雅黑" panose="020B0503020204020204" pitchFamily="34" charset="-122"/>
                <a:ea typeface="微软雅黑" panose="020B0503020204020204" pitchFamily="34" charset="-122"/>
              </a:rPr>
              <a:t>此处添加标题</a:t>
            </a:r>
            <a:endParaRPr lang="zh-CN" altLang="en-US" sz="2400" dirty="0">
              <a:latin typeface="微软雅黑" panose="020B0503020204020204" pitchFamily="34" charset="-122"/>
              <a:ea typeface="微软雅黑" panose="020B0503020204020204" pitchFamily="34" charset="-122"/>
            </a:endParaRPr>
          </a:p>
        </p:txBody>
      </p:sp>
      <p:sp>
        <p:nvSpPr>
          <p:cNvPr id="13" name="文本占位符 8"/>
          <p:cNvSpPr>
            <a:spLocks noGrp="1"/>
          </p:cNvSpPr>
          <p:nvPr>
            <p:ph type="body" sz="quarter" idx="11" hasCustomPrompt="1"/>
          </p:nvPr>
        </p:nvSpPr>
        <p:spPr>
          <a:xfrm>
            <a:off x="3161553" y="230503"/>
            <a:ext cx="2461746" cy="3762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lang="en-US" altLang="zh-CN" sz="2000" smtClean="0">
                <a:solidFill>
                  <a:srgbClr val="2864FF"/>
                </a:solidFill>
                <a:ea typeface="微软雅黑" panose="020B0503020204020204" pitchFamily="34" charset="-122"/>
                <a:sym typeface="Source Han Sans CN Medium"/>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en-US" altLang="zh-CN" sz="2000" dirty="0">
                <a:solidFill>
                  <a:srgbClr val="2864FF"/>
                </a:solidFill>
                <a:latin typeface="+mn-lt"/>
                <a:ea typeface="微软雅黑" panose="020B0503020204020204" pitchFamily="34" charset="-122"/>
                <a:sym typeface="Source Han Sans CN Medium"/>
              </a:rPr>
              <a:t>/</a:t>
            </a:r>
            <a:r>
              <a:rPr lang="zh-CN" altLang="en-US" sz="2000" dirty="0">
                <a:solidFill>
                  <a:srgbClr val="2864FF"/>
                </a:solidFill>
                <a:latin typeface="+mn-lt"/>
                <a:ea typeface="微软雅黑" panose="020B0503020204020204" pitchFamily="34" charset="-122"/>
                <a:sym typeface="Source Han Sans CN Medium"/>
              </a:rPr>
              <a:t>此处添加副标题</a:t>
            </a:r>
            <a:endParaRPr lang="zh-CN" altLang="en-US" sz="2000" dirty="0">
              <a:solidFill>
                <a:srgbClr val="2864FF"/>
              </a:solidFill>
              <a:latin typeface="+mn-lt"/>
              <a:ea typeface="微软雅黑" panose="020B0503020204020204" pitchFamily="34" charset="-122"/>
              <a:sym typeface="Source Han Sans CN Medium"/>
            </a:endParaRPr>
          </a:p>
        </p:txBody>
      </p:sp>
      <p:sp>
        <p:nvSpPr>
          <p:cNvPr id="11" name="文本占位符 10"/>
          <p:cNvSpPr>
            <a:spLocks noGrp="1"/>
          </p:cNvSpPr>
          <p:nvPr>
            <p:ph type="body" sz="quarter" idx="12" hasCustomPrompt="1"/>
          </p:nvPr>
        </p:nvSpPr>
        <p:spPr>
          <a:xfrm>
            <a:off x="930275" y="1130300"/>
            <a:ext cx="7185025" cy="432493"/>
          </a:xfrm>
          <a:prstGeom prst="rect">
            <a:avLst/>
          </a:prstGeom>
        </p:spPr>
        <p:txBody>
          <a:bodyPr/>
          <a:lstStyle>
            <a:lvl1pPr>
              <a:defRPr sz="1600">
                <a:solidFill>
                  <a:schemeClr val="bg2"/>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kumimoji="1" lang="zh-CN" altLang="en-US" dirty="0"/>
              <a:t>这里是内容</a:t>
            </a:r>
            <a:endParaRPr kumimoji="1" lang="zh-CN" altLang="en-US" dirty="0"/>
          </a:p>
        </p:txBody>
      </p:sp>
      <p:sp>
        <p:nvSpPr>
          <p:cNvPr id="7" name="矩形 6"/>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8" name="矩形 7"/>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0" name="矩形 9"/>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2" name="矩形 11"/>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4" name="矩形 13"/>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5" name="矩形 14"/>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6" name="矩形 15"/>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7" name="矩形 16"/>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正文">
    <p:bg>
      <p:bgPr>
        <a:solidFill>
          <a:srgbClr val="FEFEFE"/>
        </a:solidFill>
        <a:effectLst/>
      </p:bgPr>
    </p:bg>
    <p:spTree>
      <p:nvGrpSpPr>
        <p:cNvPr id="1" name=""/>
        <p:cNvGrpSpPr/>
        <p:nvPr/>
      </p:nvGrpSpPr>
      <p:grpSpPr>
        <a:xfrm>
          <a:off x="0" y="0"/>
          <a:ext cx="0" cy="0"/>
          <a:chOff x="0" y="0"/>
          <a:chExt cx="0" cy="0"/>
        </a:xfrm>
      </p:grpSpPr>
      <p:sp>
        <p:nvSpPr>
          <p:cNvPr id="30" name="幻灯片编号"/>
          <p:cNvSpPr txBox="1">
            <a:spLocks noGrp="1"/>
          </p:cNvSpPr>
          <p:nvPr>
            <p:ph type="sldNum" sz="quarter" idx="2"/>
          </p:nvPr>
        </p:nvSpPr>
        <p:spPr>
          <a:xfrm>
            <a:off x="11725761" y="6594519"/>
            <a:ext cx="348475" cy="190745"/>
          </a:xfrm>
          <a:prstGeom prst="rect">
            <a:avLst/>
          </a:prstGeom>
        </p:spPr>
        <p:txBody>
          <a:bodyPr/>
          <a:lstStyle>
            <a:lvl1pPr>
              <a:defRPr sz="1000">
                <a:solidFill>
                  <a:srgbClr val="2864FF"/>
                </a:solidFill>
              </a:defRPr>
            </a:lvl1pPr>
          </a:lstStyle>
          <a:p>
            <a:fld id="{86CB4B4D-7CA3-9044-876B-883B54F8677D}" type="slidenum">
              <a:rPr lang="en-US" altLang="zh-CN" smtClean="0"/>
            </a:fld>
            <a:endParaRPr lang="zh-CN" altLang="en-US" dirty="0"/>
          </a:p>
        </p:txBody>
      </p:sp>
      <p:pic>
        <p:nvPicPr>
          <p:cNvPr id="6" name="图像" descr="图像"/>
          <p:cNvPicPr>
            <a:picLocks noChangeAspect="1"/>
          </p:cNvPicPr>
          <p:nvPr userDrawn="1"/>
        </p:nvPicPr>
        <p:blipFill>
          <a:blip r:embed="rId2"/>
          <a:stretch>
            <a:fillRect/>
          </a:stretch>
        </p:blipFill>
        <p:spPr>
          <a:xfrm>
            <a:off x="-6929" y="-6659"/>
            <a:ext cx="826658" cy="826658"/>
          </a:xfrm>
          <a:prstGeom prst="rect">
            <a:avLst/>
          </a:prstGeom>
          <a:ln w="12700">
            <a:miter lim="400000"/>
            <a:headEnd/>
            <a:tailEnd/>
          </a:ln>
        </p:spPr>
      </p:pic>
      <p:sp>
        <p:nvSpPr>
          <p:cNvPr id="9" name="文本占位符 8"/>
          <p:cNvSpPr>
            <a:spLocks noGrp="1"/>
          </p:cNvSpPr>
          <p:nvPr>
            <p:ph type="body" sz="quarter" idx="10" hasCustomPrompt="1"/>
          </p:nvPr>
        </p:nvSpPr>
        <p:spPr>
          <a:xfrm>
            <a:off x="930063" y="176352"/>
            <a:ext cx="2231490" cy="3762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sz="2500">
                <a:solidFill>
                  <a:schemeClr val="accent3"/>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zh-CN" altLang="en-US" sz="2400" dirty="0">
                <a:latin typeface="微软雅黑" panose="020B0503020204020204" pitchFamily="34" charset="-122"/>
                <a:ea typeface="微软雅黑" panose="020B0503020204020204" pitchFamily="34" charset="-122"/>
              </a:rPr>
              <a:t>此处添加标题</a:t>
            </a:r>
            <a:endParaRPr lang="zh-CN" altLang="en-US" sz="2400" dirty="0">
              <a:latin typeface="微软雅黑" panose="020B0503020204020204" pitchFamily="34" charset="-122"/>
              <a:ea typeface="微软雅黑" panose="020B0503020204020204" pitchFamily="34" charset="-122"/>
            </a:endParaRPr>
          </a:p>
        </p:txBody>
      </p:sp>
      <p:sp>
        <p:nvSpPr>
          <p:cNvPr id="13" name="文本占位符 8"/>
          <p:cNvSpPr>
            <a:spLocks noGrp="1"/>
          </p:cNvSpPr>
          <p:nvPr>
            <p:ph type="body" sz="quarter" idx="11" hasCustomPrompt="1"/>
          </p:nvPr>
        </p:nvSpPr>
        <p:spPr>
          <a:xfrm>
            <a:off x="3161553" y="230503"/>
            <a:ext cx="2461746" cy="376237"/>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Pct val="100000"/>
              <a:buFont typeface="Arial" panose="020B0604020202090204"/>
              <a:buNone/>
              <a:defRPr lang="en-US" altLang="zh-CN" sz="1800" smtClean="0">
                <a:solidFill>
                  <a:srgbClr val="2864FF"/>
                </a:solidFill>
                <a:ea typeface="微软雅黑" panose="020B0503020204020204" pitchFamily="34" charset="-122"/>
                <a:sym typeface="Source Han Sans CN Medium"/>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90204"/>
              <a:buNone/>
              <a:defRPr/>
            </a:pPr>
            <a:r>
              <a:rPr lang="en-US" altLang="zh-CN" sz="2000" dirty="0">
                <a:solidFill>
                  <a:srgbClr val="2864FF"/>
                </a:solidFill>
                <a:latin typeface="+mn-lt"/>
                <a:ea typeface="微软雅黑" panose="020B0503020204020204" pitchFamily="34" charset="-122"/>
                <a:sym typeface="Source Han Sans CN Medium"/>
              </a:rPr>
              <a:t>/</a:t>
            </a:r>
            <a:r>
              <a:rPr lang="zh-CN" altLang="en-US" sz="2000" dirty="0">
                <a:solidFill>
                  <a:srgbClr val="2864FF"/>
                </a:solidFill>
                <a:latin typeface="+mn-lt"/>
                <a:ea typeface="微软雅黑" panose="020B0503020204020204" pitchFamily="34" charset="-122"/>
                <a:sym typeface="Source Han Sans CN Medium"/>
              </a:rPr>
              <a:t>此处添加副标题</a:t>
            </a:r>
            <a:endParaRPr lang="zh-CN" altLang="en-US" sz="2000" dirty="0">
              <a:solidFill>
                <a:srgbClr val="2864FF"/>
              </a:solidFill>
              <a:latin typeface="+mn-lt"/>
              <a:ea typeface="微软雅黑" panose="020B0503020204020204" pitchFamily="34" charset="-122"/>
              <a:sym typeface="Source Han Sans CN Medium"/>
            </a:endParaRPr>
          </a:p>
        </p:txBody>
      </p:sp>
      <p:sp>
        <p:nvSpPr>
          <p:cNvPr id="7" name="矩形 6"/>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8" name="矩形 7"/>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0" name="矩形 9"/>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1" name="矩形 10"/>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12" name="矩形 11"/>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4" name="矩形 13"/>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15" name="矩形 14"/>
          <p:cNvSpPr/>
          <p:nvPr userDrawn="1"/>
        </p:nvSpPr>
        <p:spPr>
          <a:xfrm rot="16200000">
            <a:off x="5466653" y="-836153"/>
            <a:ext cx="374080" cy="1008418"/>
          </a:xfrm>
          <a:prstGeom prst="rect">
            <a:avLst/>
          </a:prstGeom>
          <a:solidFill>
            <a:srgbClr val="0663FF">
              <a:alpha val="50000"/>
            </a:srgbClr>
          </a:solidFill>
          <a:ln>
            <a:noFill/>
          </a:ln>
          <a:effectLst>
            <a:outerShdw blurRad="469900" sx="102000" sy="102000" algn="ctr" rotWithShape="0">
              <a:srgbClr val="0600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6" name="矩形 15"/>
          <p:cNvSpPr/>
          <p:nvPr userDrawn="1"/>
        </p:nvSpPr>
        <p:spPr>
          <a:xfrm rot="16200000">
            <a:off x="9710430" y="-834939"/>
            <a:ext cx="374080" cy="1008418"/>
          </a:xfrm>
          <a:prstGeom prst="rect">
            <a:avLst/>
          </a:prstGeom>
          <a:solidFill>
            <a:srgbClr val="FF9001">
              <a:alpha val="50000"/>
            </a:srgbClr>
          </a:solidFill>
          <a:ln>
            <a:noFill/>
          </a:ln>
          <a:effectLst>
            <a:outerShdw blurRad="469900" sx="102000" sy="102000" algn="ctr" rotWithShape="0">
              <a:srgbClr val="FF900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封底">
    <p:bg>
      <p:bgPr>
        <a:solidFill>
          <a:srgbClr val="FEFEFE"/>
        </a:solidFill>
        <a:effectLst/>
      </p:bgPr>
    </p:bg>
    <p:spTree>
      <p:nvGrpSpPr>
        <p:cNvPr id="1" name=""/>
        <p:cNvGrpSpPr/>
        <p:nvPr/>
      </p:nvGrpSpPr>
      <p:grpSpPr>
        <a:xfrm>
          <a:off x="0" y="0"/>
          <a:ext cx="0" cy="0"/>
          <a:chOff x="0" y="0"/>
          <a:chExt cx="0" cy="0"/>
        </a:xfrm>
      </p:grpSpPr>
      <p:sp>
        <p:nvSpPr>
          <p:cNvPr id="4" name="矩形"/>
          <p:cNvSpPr/>
          <p:nvPr userDrawn="1"/>
        </p:nvSpPr>
        <p:spPr>
          <a:xfrm>
            <a:off x="251" y="-16346"/>
            <a:ext cx="12191498" cy="6890691"/>
          </a:xfrm>
          <a:prstGeom prst="rect">
            <a:avLst/>
          </a:prstGeom>
          <a:solidFill>
            <a:srgbClr val="2864FF"/>
          </a:solidFill>
          <a:ln w="12700">
            <a:miter lim="400000"/>
          </a:ln>
        </p:spPr>
        <p:txBody>
          <a:bodyPr lIns="45719" rIns="45719"/>
          <a:lstStyle/>
          <a:p>
            <a:endParaRPr dirty="0"/>
          </a:p>
        </p:txBody>
      </p:sp>
      <p:sp>
        <p:nvSpPr>
          <p:cNvPr id="5" name="0755-23915717…"/>
          <p:cNvSpPr txBox="1"/>
          <p:nvPr userDrawn="1"/>
        </p:nvSpPr>
        <p:spPr>
          <a:xfrm>
            <a:off x="4537075" y="5166969"/>
            <a:ext cx="5588000" cy="775463"/>
          </a:xfrm>
          <a:prstGeom prst="rect">
            <a:avLst/>
          </a:prstGeom>
          <a:ln w="12700">
            <a:miter lim="400000"/>
          </a:ln>
        </p:spPr>
        <p:txBody>
          <a:bodyPr lIns="0" tIns="0" rIns="0" bIns="0">
            <a:spAutoFit/>
          </a:bodyPr>
          <a:lstStyle/>
          <a:p>
            <a:pPr algn="r">
              <a:spcBef>
                <a:spcPts val="100"/>
              </a:spcBef>
              <a:defRPr sz="9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000" dirty="0">
                <a:solidFill>
                  <a:schemeClr val="bg1"/>
                </a:solidFill>
              </a:rPr>
              <a:t>0755-23915717</a:t>
            </a:r>
            <a:endParaRPr sz="1000" dirty="0">
              <a:solidFill>
                <a:schemeClr val="bg1"/>
              </a:solidFill>
            </a:endParaRPr>
          </a:p>
          <a:p>
            <a:pPr algn="r">
              <a:lnSpc>
                <a:spcPts val="2500"/>
              </a:lnSpc>
              <a:spcBef>
                <a:spcPts val="100"/>
              </a:spcBef>
              <a:defRPr sz="9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000" u="sng" dirty="0">
                <a:solidFill>
                  <a:schemeClr val="bg1"/>
                </a:solidFill>
                <a:uFill>
                  <a:solidFill>
                    <a:srgbClr val="0563C1"/>
                  </a:solidFill>
                </a:uFill>
                <a:hlinkClick r:id="rId2"/>
              </a:rPr>
              <a:t>www.linklogis.com </a:t>
            </a:r>
            <a:endParaRPr sz="1000" u="sng" dirty="0">
              <a:solidFill>
                <a:schemeClr val="bg1"/>
              </a:solidFill>
              <a:uFill>
                <a:solidFill>
                  <a:srgbClr val="0563C1"/>
                </a:solidFill>
              </a:uFill>
            </a:endParaRPr>
          </a:p>
          <a:p>
            <a:pPr algn="r">
              <a:lnSpc>
                <a:spcPts val="2500"/>
              </a:lnSpc>
              <a:spcBef>
                <a:spcPts val="100"/>
              </a:spcBef>
              <a:defRPr sz="9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000" dirty="0">
                <a:solidFill>
                  <a:schemeClr val="bg1"/>
                </a:solidFill>
              </a:rPr>
              <a:t>深圳市南山区科苑南路3099号中国储能大厦35楼、36楼</a:t>
            </a:r>
            <a:endParaRPr sz="1000" dirty="0">
              <a:solidFill>
                <a:schemeClr val="bg1"/>
              </a:solidFill>
            </a:endParaRPr>
          </a:p>
        </p:txBody>
      </p:sp>
      <p:sp>
        <p:nvSpPr>
          <p:cNvPr id="7" name="文本"/>
          <p:cNvSpPr txBox="1"/>
          <p:nvPr userDrawn="1"/>
        </p:nvSpPr>
        <p:spPr>
          <a:xfrm>
            <a:off x="10637837" y="5771807"/>
            <a:ext cx="161926" cy="139701"/>
          </a:xfrm>
          <a:prstGeom prst="rect">
            <a:avLst/>
          </a:prstGeom>
          <a:ln w="12700">
            <a:miter lim="400000"/>
          </a:ln>
        </p:spPr>
        <p:txBody>
          <a:bodyPr lIns="0" tIns="0" rIns="0" bIns="0">
            <a:spAutoFit/>
          </a:bodyPr>
          <a:lstStyle>
            <a:lvl1pPr indent="12700">
              <a:spcBef>
                <a:spcPts val="100"/>
              </a:spcBef>
              <a:defRPr sz="900" u="sng">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  </a:t>
            </a:r>
            <a:endParaRPr dirty="0"/>
          </a:p>
        </p:txBody>
      </p:sp>
      <p:sp>
        <p:nvSpPr>
          <p:cNvPr id="8" name="正方形"/>
          <p:cNvSpPr/>
          <p:nvPr userDrawn="1"/>
        </p:nvSpPr>
        <p:spPr>
          <a:xfrm>
            <a:off x="10248900" y="5097462"/>
            <a:ext cx="227013" cy="230188"/>
          </a:xfrm>
          <a:prstGeom prst="rect">
            <a:avLst/>
          </a:prstGeom>
          <a:blipFill>
            <a:blip r:embed="rId3"/>
            <a:stretch>
              <a:fillRect/>
            </a:stretch>
          </a:blipFill>
          <a:ln w="12700">
            <a:miter lim="400000"/>
          </a:ln>
        </p:spPr>
        <p:txBody>
          <a:bodyPr lIns="45719" rIns="45719"/>
          <a:lstStyle/>
          <a:p>
            <a:pPr defTabSz="914400">
              <a:def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dirty="0"/>
          </a:p>
        </p:txBody>
      </p:sp>
      <p:sp>
        <p:nvSpPr>
          <p:cNvPr id="9" name="正方形"/>
          <p:cNvSpPr/>
          <p:nvPr userDrawn="1"/>
        </p:nvSpPr>
        <p:spPr>
          <a:xfrm>
            <a:off x="10247312" y="5413375"/>
            <a:ext cx="227013" cy="227013"/>
          </a:xfrm>
          <a:prstGeom prst="rect">
            <a:avLst/>
          </a:prstGeom>
          <a:blipFill>
            <a:blip r:embed="rId4"/>
            <a:stretch>
              <a:fillRect/>
            </a:stretch>
          </a:blipFill>
          <a:ln w="12700">
            <a:miter lim="400000"/>
          </a:ln>
        </p:spPr>
        <p:txBody>
          <a:bodyPr lIns="45719" rIns="45719"/>
          <a:lstStyle/>
          <a:p>
            <a:pPr defTabSz="914400">
              <a:def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dirty="0"/>
          </a:p>
        </p:txBody>
      </p:sp>
      <p:sp>
        <p:nvSpPr>
          <p:cNvPr id="10" name="正方形"/>
          <p:cNvSpPr/>
          <p:nvPr userDrawn="1"/>
        </p:nvSpPr>
        <p:spPr>
          <a:xfrm>
            <a:off x="10248900" y="5727700"/>
            <a:ext cx="227013" cy="227013"/>
          </a:xfrm>
          <a:prstGeom prst="rect">
            <a:avLst/>
          </a:prstGeom>
          <a:blipFill>
            <a:blip r:embed="rId5"/>
            <a:stretch>
              <a:fillRect/>
            </a:stretch>
          </a:blipFill>
          <a:ln w="12700">
            <a:miter lim="400000"/>
          </a:ln>
        </p:spPr>
        <p:txBody>
          <a:bodyPr lIns="45719" rIns="45719"/>
          <a:lstStyle/>
          <a:p>
            <a:pPr defTabSz="914400">
              <a:def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dirty="0"/>
          </a:p>
        </p:txBody>
      </p:sp>
      <p:pic>
        <p:nvPicPr>
          <p:cNvPr id="12" name="新logo二维码.jpg" descr="新logo二维码.jpg"/>
          <p:cNvPicPr>
            <a:picLocks noChangeAspect="1"/>
          </p:cNvPicPr>
          <p:nvPr userDrawn="1"/>
        </p:nvPicPr>
        <p:blipFill>
          <a:blip r:embed="rId6"/>
          <a:stretch>
            <a:fillRect/>
          </a:stretch>
        </p:blipFill>
        <p:spPr>
          <a:xfrm>
            <a:off x="10598150" y="5139150"/>
            <a:ext cx="775463" cy="775463"/>
          </a:xfrm>
          <a:prstGeom prst="rect">
            <a:avLst/>
          </a:prstGeom>
          <a:ln w="12700">
            <a:miter lim="400000"/>
            <a:headEnd/>
            <a:tailEnd/>
          </a:ln>
        </p:spPr>
      </p:pic>
      <p:sp>
        <p:nvSpPr>
          <p:cNvPr id="11" name="文本框 10"/>
          <p:cNvSpPr txBox="1"/>
          <p:nvPr userDrawn="1"/>
        </p:nvSpPr>
        <p:spPr>
          <a:xfrm>
            <a:off x="7326105" y="3042831"/>
            <a:ext cx="4185761" cy="369332"/>
          </a:xfrm>
          <a:prstGeom prst="rect">
            <a:avLst/>
          </a:prstGeom>
          <a:noFill/>
        </p:spPr>
        <p:txBody>
          <a:bodyPr wrap="none" rtlCol="0">
            <a:spAutoFit/>
          </a:bodyPr>
          <a:lstStyle/>
          <a:p>
            <a:r>
              <a:rPr kumimoji="1" lang="zh-CN" altLang="en-US" spc="600" dirty="0">
                <a:solidFill>
                  <a:schemeClr val="bg1"/>
                </a:solidFill>
                <a:latin typeface="微软雅黑" panose="020B0503020204020204" pitchFamily="34" charset="-122"/>
                <a:ea typeface="微软雅黑" panose="020B0503020204020204" pitchFamily="34" charset="-122"/>
              </a:rPr>
              <a:t>联易融数字科技集团有限公司</a:t>
            </a:r>
            <a:endParaRPr kumimoji="1" lang="zh-CN" altLang="en-US" spc="600"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userDrawn="1"/>
        </p:nvSpPr>
        <p:spPr>
          <a:xfrm>
            <a:off x="7318089" y="1963846"/>
            <a:ext cx="4193777" cy="1200329"/>
          </a:xfrm>
          <a:prstGeom prst="rect">
            <a:avLst/>
          </a:prstGeom>
          <a:noFill/>
        </p:spPr>
        <p:txBody>
          <a:bodyPr wrap="none" rtlCol="0">
            <a:spAutoFit/>
          </a:bodyPr>
          <a:lstStyle/>
          <a:p>
            <a:pPr algn="l"/>
            <a:r>
              <a:rPr kumimoji="1" lang="en-US" altLang="zh-CN" sz="7200" b="1" dirty="0">
                <a:gradFill flip="none" rotWithShape="1">
                  <a:gsLst>
                    <a:gs pos="0">
                      <a:schemeClr val="bg1"/>
                    </a:gs>
                    <a:gs pos="30000">
                      <a:schemeClr val="bg1"/>
                    </a:gs>
                    <a:gs pos="100000">
                      <a:srgbClr val="D4ECF9"/>
                    </a:gs>
                  </a:gsLst>
                  <a:lin ang="5400000" scaled="1"/>
                  <a:tileRect/>
                </a:gradFill>
                <a:latin typeface="微软雅黑" panose="020B0503020204020204" pitchFamily="34" charset="-122"/>
                <a:ea typeface="微软雅黑" panose="020B0503020204020204" pitchFamily="34" charset="-122"/>
              </a:rPr>
              <a:t>THANKS</a:t>
            </a:r>
            <a:endParaRPr kumimoji="1" lang="zh-CN" altLang="en-US" sz="7200" b="1" dirty="0">
              <a:gradFill flip="none" rotWithShape="1">
                <a:gsLst>
                  <a:gs pos="0">
                    <a:schemeClr val="bg1"/>
                  </a:gs>
                  <a:gs pos="30000">
                    <a:schemeClr val="bg1"/>
                  </a:gs>
                  <a:gs pos="100000">
                    <a:srgbClr val="D4ECF9"/>
                  </a:gs>
                </a:gsLst>
                <a:lin ang="5400000" scaled="1"/>
                <a:tileRect/>
              </a:gradFill>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矩形 1"/>
          <p:cNvSpPr/>
          <p:nvPr userDrawn="1"/>
        </p:nvSpPr>
        <p:spPr>
          <a:xfrm rot="16200000">
            <a:off x="6531369" y="-834939"/>
            <a:ext cx="374080" cy="1008418"/>
          </a:xfrm>
          <a:prstGeom prst="rect">
            <a:avLst/>
          </a:prstGeom>
          <a:gradFill flip="none" rotWithShape="1">
            <a:gsLst>
              <a:gs pos="0">
                <a:srgbClr val="FFC000"/>
              </a:gs>
              <a:gs pos="100000">
                <a:srgbClr val="FF900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3" name="矩形 2"/>
          <p:cNvSpPr/>
          <p:nvPr userDrawn="1"/>
        </p:nvSpPr>
        <p:spPr>
          <a:xfrm rot="16200000">
            <a:off x="2287592" y="-836153"/>
            <a:ext cx="374080" cy="1008418"/>
          </a:xfrm>
          <a:prstGeom prst="rect">
            <a:avLst/>
          </a:prstGeom>
          <a:gradFill flip="none" rotWithShape="1">
            <a:gsLst>
              <a:gs pos="0">
                <a:srgbClr val="769BFF"/>
              </a:gs>
              <a:gs pos="100000">
                <a:srgbClr val="2864FF"/>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4" name="矩形 3"/>
          <p:cNvSpPr/>
          <p:nvPr userDrawn="1"/>
        </p:nvSpPr>
        <p:spPr>
          <a:xfrm rot="16200000">
            <a:off x="4406966" y="-836153"/>
            <a:ext cx="374080" cy="1008418"/>
          </a:xfrm>
          <a:prstGeom prst="rect">
            <a:avLst/>
          </a:prstGeom>
          <a:solidFill>
            <a:srgbClr val="76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5" name="矩形 4"/>
          <p:cNvSpPr/>
          <p:nvPr userDrawn="1"/>
        </p:nvSpPr>
        <p:spPr>
          <a:xfrm rot="16200000">
            <a:off x="3347279" y="-836153"/>
            <a:ext cx="374080" cy="1008418"/>
          </a:xfrm>
          <a:prstGeom prst="rect">
            <a:avLst/>
          </a:prstGeom>
          <a:solidFill>
            <a:srgbClr val="28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latin typeface="Arial" panose="020B0604020202090204" pitchFamily="34" charset="0"/>
              <a:cs typeface="Arial" panose="020B0604020202090204" pitchFamily="34" charset="0"/>
            </a:endParaRPr>
          </a:p>
        </p:txBody>
      </p:sp>
      <p:sp>
        <p:nvSpPr>
          <p:cNvPr id="6" name="矩形 5"/>
          <p:cNvSpPr/>
          <p:nvPr userDrawn="1"/>
        </p:nvSpPr>
        <p:spPr>
          <a:xfrm rot="16200000">
            <a:off x="7591056" y="-834939"/>
            <a:ext cx="374080" cy="1008418"/>
          </a:xfrm>
          <a:prstGeom prst="rect">
            <a:avLst/>
          </a:prstGeom>
          <a:solidFill>
            <a:srgbClr val="FF9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7" name="矩形 6"/>
          <p:cNvSpPr/>
          <p:nvPr userDrawn="1"/>
        </p:nvSpPr>
        <p:spPr>
          <a:xfrm rot="16200000">
            <a:off x="8650743" y="-834939"/>
            <a:ext cx="374080" cy="100841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000">
              <a:solidFill>
                <a:schemeClr val="lt1"/>
              </a:solidFill>
              <a:latin typeface="Arial" panose="020B0604020202090204" pitchFamily="34" charset="0"/>
              <a:cs typeface="Arial" panose="020B0604020202090204" pitchFamily="34" charset="0"/>
            </a:endParaRPr>
          </a:p>
        </p:txBody>
      </p:sp>
      <p:sp>
        <p:nvSpPr>
          <p:cNvPr id="8" name="矩形 7"/>
          <p:cNvSpPr/>
          <p:nvPr userDrawn="1"/>
        </p:nvSpPr>
        <p:spPr>
          <a:xfrm rot="16200000">
            <a:off x="5466653" y="-836153"/>
            <a:ext cx="374080" cy="1008418"/>
          </a:xfrm>
          <a:prstGeom prst="rect">
            <a:avLst/>
          </a:prstGeom>
          <a:solidFill>
            <a:srgbClr val="0663FF">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9" name="矩形 8"/>
          <p:cNvSpPr/>
          <p:nvPr userDrawn="1"/>
        </p:nvSpPr>
        <p:spPr>
          <a:xfrm rot="16200000">
            <a:off x="9710430" y="-834939"/>
            <a:ext cx="374080" cy="1008418"/>
          </a:xfrm>
          <a:prstGeom prst="rect">
            <a:avLst/>
          </a:prstGeom>
          <a:solidFill>
            <a:srgbClr val="FF9001">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45720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91440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137160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1828800" algn="l" defTabSz="914400" rtl="0" latinLnBrk="0">
        <a:lnSpc>
          <a:spcPct val="90000"/>
        </a:lnSpc>
        <a:spcBef>
          <a:spcPts val="0"/>
        </a:spcBef>
        <a:spcAft>
          <a:spcPts val="0"/>
        </a:spcAft>
        <a:buClrTx/>
        <a:buSzTx/>
        <a:buFontTx/>
        <a:buNone/>
        <a:defRPr sz="4400" b="0" i="0" u="none" strike="noStrike" cap="none" spc="0" baseline="0">
          <a:solidFill>
            <a:srgbClr val="4B4B4B"/>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4B4B4B"/>
          </a:solidFill>
          <a:uFillTx/>
          <a:latin typeface="+mn-lt"/>
          <a:ea typeface="+mn-ea"/>
          <a:cs typeface="+mn-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4B4B4B"/>
          </a:solidFill>
          <a:uFillTx/>
          <a:latin typeface="+mn-lt"/>
          <a:ea typeface="+mn-ea"/>
          <a:cs typeface="+mn-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4B4B4B"/>
          </a:solidFill>
          <a:uFillTx/>
          <a:latin typeface="+mn-lt"/>
          <a:ea typeface="+mn-ea"/>
          <a:cs typeface="+mn-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4B4B4B"/>
          </a:solidFill>
          <a:uFillTx/>
          <a:latin typeface="+mn-lt"/>
          <a:ea typeface="+mn-ea"/>
          <a:cs typeface="+mn-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4B4B4B"/>
          </a:solidFill>
          <a:uFillTx/>
          <a:latin typeface="+mn-lt"/>
          <a:ea typeface="+mn-ea"/>
          <a:cs typeface="+mn-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90204"/>
        <a:defRPr sz="2800" b="0" i="0" u="none" strike="noStrike" cap="none" spc="0" baseline="0">
          <a:solidFill>
            <a:srgbClr val="4B4B4B"/>
          </a:solidFill>
          <a:uFillTx/>
          <a:latin typeface="+mn-lt"/>
          <a:ea typeface="+mn-ea"/>
          <a:cs typeface="+mn-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90204"/>
        <a:defRPr sz="2800" b="0" i="0" u="none" strike="noStrike" cap="none" spc="0" baseline="0">
          <a:solidFill>
            <a:srgbClr val="4B4B4B"/>
          </a:solidFill>
          <a:uFillTx/>
          <a:latin typeface="+mn-lt"/>
          <a:ea typeface="+mn-ea"/>
          <a:cs typeface="+mn-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90204"/>
        <a:defRPr sz="2800" b="0" i="0" u="none" strike="noStrike" cap="none" spc="0" baseline="0">
          <a:solidFill>
            <a:srgbClr val="4B4B4B"/>
          </a:solidFill>
          <a:uFillTx/>
          <a:latin typeface="+mn-lt"/>
          <a:ea typeface="+mn-ea"/>
          <a:cs typeface="+mn-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90204"/>
        <a:defRPr sz="2800" b="0" i="0" u="none" strike="noStrike" cap="none" spc="0" baseline="0">
          <a:solidFill>
            <a:srgbClr val="4B4B4B"/>
          </a:solidFill>
          <a:uFillTx/>
          <a:latin typeface="+mn-lt"/>
          <a:ea typeface="+mn-ea"/>
          <a:cs typeface="+mn-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9.png"/><Relationship Id="rId14" Type="http://schemas.openxmlformats.org/officeDocument/2006/relationships/notesSlide" Target="../notesSlides/notesSlide3.xml"/><Relationship Id="rId13" Type="http://schemas.openxmlformats.org/officeDocument/2006/relationships/slideLayout" Target="../slideLayouts/slideLayout5.xml"/><Relationship Id="rId12" Type="http://schemas.openxmlformats.org/officeDocument/2006/relationships/tags" Target="../tags/tag10.xml"/><Relationship Id="rId11" Type="http://schemas.openxmlformats.org/officeDocument/2006/relationships/image" Target="../media/image14.png"/><Relationship Id="rId10" Type="http://schemas.openxmlformats.org/officeDocument/2006/relationships/tags" Target="../tags/tag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4" Type="http://schemas.openxmlformats.org/officeDocument/2006/relationships/notesSlide" Target="../notesSlides/notesSlide4.xml"/><Relationship Id="rId23" Type="http://schemas.openxmlformats.org/officeDocument/2006/relationships/slideLayout" Target="../slideLayouts/slideLayout5.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tags" Target="../tags/tag11.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1" Type="http://schemas.openxmlformats.org/officeDocument/2006/relationships/comments" Target="../comments/comment1.xml"/><Relationship Id="rId20" Type="http://schemas.openxmlformats.org/officeDocument/2006/relationships/notesSlide" Target="../notesSlides/notesSlide5.xml"/><Relationship Id="rId2" Type="http://schemas.openxmlformats.org/officeDocument/2006/relationships/tags" Target="../tags/tag32.xml"/><Relationship Id="rId19" Type="http://schemas.openxmlformats.org/officeDocument/2006/relationships/slideLayout" Target="../slideLayouts/slideLayout5.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5.xml"/><Relationship Id="rId2" Type="http://schemas.openxmlformats.org/officeDocument/2006/relationships/tags" Target="../tags/tag49.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3" Type="http://schemas.openxmlformats.org/officeDocument/2006/relationships/notesSlide" Target="../notesSlides/notesSlide7.xml"/><Relationship Id="rId22" Type="http://schemas.openxmlformats.org/officeDocument/2006/relationships/slideLayout" Target="../slideLayouts/slideLayout5.xml"/><Relationship Id="rId21" Type="http://schemas.openxmlformats.org/officeDocument/2006/relationships/tags" Target="../tags/tag69.xml"/><Relationship Id="rId20" Type="http://schemas.openxmlformats.org/officeDocument/2006/relationships/tags" Target="../tags/tag68.xml"/><Relationship Id="rId2" Type="http://schemas.openxmlformats.org/officeDocument/2006/relationships/tags" Target="../tags/tag50.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tags" Target="../tags/tag70.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7" Type="http://schemas.openxmlformats.org/officeDocument/2006/relationships/notesSlide" Target="../notesSlides/notesSlide9.xml"/><Relationship Id="rId56" Type="http://schemas.openxmlformats.org/officeDocument/2006/relationships/slideLayout" Target="../slideLayouts/slideLayout5.xml"/><Relationship Id="rId55" Type="http://schemas.openxmlformats.org/officeDocument/2006/relationships/tags" Target="../tags/tag124.xml"/><Relationship Id="rId54" Type="http://schemas.openxmlformats.org/officeDocument/2006/relationships/tags" Target="../tags/tag123.xml"/><Relationship Id="rId53" Type="http://schemas.openxmlformats.org/officeDocument/2006/relationships/tags" Target="../tags/tag122.xml"/><Relationship Id="rId52" Type="http://schemas.openxmlformats.org/officeDocument/2006/relationships/tags" Target="../tags/tag121.xml"/><Relationship Id="rId51" Type="http://schemas.openxmlformats.org/officeDocument/2006/relationships/tags" Target="../tags/tag120.xml"/><Relationship Id="rId50" Type="http://schemas.openxmlformats.org/officeDocument/2006/relationships/tags" Target="../tags/tag119.xml"/><Relationship Id="rId5" Type="http://schemas.openxmlformats.org/officeDocument/2006/relationships/tags" Target="../tags/tag74.xml"/><Relationship Id="rId49" Type="http://schemas.openxmlformats.org/officeDocument/2006/relationships/tags" Target="../tags/tag118.xml"/><Relationship Id="rId48" Type="http://schemas.openxmlformats.org/officeDocument/2006/relationships/tags" Target="../tags/tag117.xml"/><Relationship Id="rId47" Type="http://schemas.openxmlformats.org/officeDocument/2006/relationships/tags" Target="../tags/tag116.xml"/><Relationship Id="rId46" Type="http://schemas.openxmlformats.org/officeDocument/2006/relationships/tags" Target="../tags/tag115.xml"/><Relationship Id="rId45" Type="http://schemas.openxmlformats.org/officeDocument/2006/relationships/tags" Target="../tags/tag114.xml"/><Relationship Id="rId44" Type="http://schemas.openxmlformats.org/officeDocument/2006/relationships/tags" Target="../tags/tag113.xml"/><Relationship Id="rId43" Type="http://schemas.openxmlformats.org/officeDocument/2006/relationships/tags" Target="../tags/tag112.xml"/><Relationship Id="rId42" Type="http://schemas.openxmlformats.org/officeDocument/2006/relationships/tags" Target="../tags/tag111.xml"/><Relationship Id="rId41" Type="http://schemas.openxmlformats.org/officeDocument/2006/relationships/tags" Target="../tags/tag110.xml"/><Relationship Id="rId40" Type="http://schemas.openxmlformats.org/officeDocument/2006/relationships/tags" Target="../tags/tag109.xml"/><Relationship Id="rId4" Type="http://schemas.openxmlformats.org/officeDocument/2006/relationships/tags" Target="../tags/tag73.xml"/><Relationship Id="rId39" Type="http://schemas.openxmlformats.org/officeDocument/2006/relationships/tags" Target="../tags/tag108.xml"/><Relationship Id="rId38" Type="http://schemas.openxmlformats.org/officeDocument/2006/relationships/tags" Target="../tags/tag107.xml"/><Relationship Id="rId37" Type="http://schemas.openxmlformats.org/officeDocument/2006/relationships/tags" Target="../tags/tag106.xml"/><Relationship Id="rId36" Type="http://schemas.openxmlformats.org/officeDocument/2006/relationships/tags" Target="../tags/tag105.xml"/><Relationship Id="rId35" Type="http://schemas.openxmlformats.org/officeDocument/2006/relationships/tags" Target="../tags/tag104.xml"/><Relationship Id="rId34" Type="http://schemas.openxmlformats.org/officeDocument/2006/relationships/tags" Target="../tags/tag103.xml"/><Relationship Id="rId33" Type="http://schemas.openxmlformats.org/officeDocument/2006/relationships/tags" Target="../tags/tag102.xml"/><Relationship Id="rId32" Type="http://schemas.openxmlformats.org/officeDocument/2006/relationships/tags" Target="../tags/tag101.xml"/><Relationship Id="rId31" Type="http://schemas.openxmlformats.org/officeDocument/2006/relationships/tags" Target="../tags/tag100.xml"/><Relationship Id="rId30" Type="http://schemas.openxmlformats.org/officeDocument/2006/relationships/tags" Target="../tags/tag99.xml"/><Relationship Id="rId3" Type="http://schemas.openxmlformats.org/officeDocument/2006/relationships/tags" Target="../tags/tag72.xml"/><Relationship Id="rId29" Type="http://schemas.openxmlformats.org/officeDocument/2006/relationships/tags" Target="../tags/tag98.xml"/><Relationship Id="rId28" Type="http://schemas.openxmlformats.org/officeDocument/2006/relationships/tags" Target="../tags/tag97.xml"/><Relationship Id="rId27" Type="http://schemas.openxmlformats.org/officeDocument/2006/relationships/tags" Target="../tags/tag96.xml"/><Relationship Id="rId26" Type="http://schemas.openxmlformats.org/officeDocument/2006/relationships/tags" Target="../tags/tag95.xml"/><Relationship Id="rId25" Type="http://schemas.openxmlformats.org/officeDocument/2006/relationships/tags" Target="../tags/tag94.xml"/><Relationship Id="rId24" Type="http://schemas.openxmlformats.org/officeDocument/2006/relationships/tags" Target="../tags/tag93.xml"/><Relationship Id="rId23" Type="http://schemas.openxmlformats.org/officeDocument/2006/relationships/tags" Target="../tags/tag9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image" Target="../media/image9.png"/><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1.xml"/></Relationships>
</file>

<file path=ppt/slides/_rels/slide12.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8" Type="http://schemas.openxmlformats.org/officeDocument/2006/relationships/comments" Target="../comments/comment2.xml"/><Relationship Id="rId57" Type="http://schemas.openxmlformats.org/officeDocument/2006/relationships/notesSlide" Target="../notesSlides/notesSlide10.xml"/><Relationship Id="rId56" Type="http://schemas.openxmlformats.org/officeDocument/2006/relationships/slideLayout" Target="../slideLayouts/slideLayout5.xml"/><Relationship Id="rId55" Type="http://schemas.openxmlformats.org/officeDocument/2006/relationships/tags" Target="../tags/tag178.xml"/><Relationship Id="rId54" Type="http://schemas.openxmlformats.org/officeDocument/2006/relationships/tags" Target="../tags/tag177.xml"/><Relationship Id="rId53" Type="http://schemas.openxmlformats.org/officeDocument/2006/relationships/tags" Target="../tags/tag176.xml"/><Relationship Id="rId52" Type="http://schemas.openxmlformats.org/officeDocument/2006/relationships/tags" Target="../tags/tag175.xml"/><Relationship Id="rId51" Type="http://schemas.openxmlformats.org/officeDocument/2006/relationships/tags" Target="../tags/tag174.xml"/><Relationship Id="rId50" Type="http://schemas.openxmlformats.org/officeDocument/2006/relationships/tags" Target="../tags/tag173.xml"/><Relationship Id="rId5" Type="http://schemas.openxmlformats.org/officeDocument/2006/relationships/tags" Target="../tags/tag128.xml"/><Relationship Id="rId49" Type="http://schemas.openxmlformats.org/officeDocument/2006/relationships/tags" Target="../tags/tag172.xml"/><Relationship Id="rId48" Type="http://schemas.openxmlformats.org/officeDocument/2006/relationships/tags" Target="../tags/tag171.xml"/><Relationship Id="rId47" Type="http://schemas.openxmlformats.org/officeDocument/2006/relationships/tags" Target="../tags/tag170.xml"/><Relationship Id="rId46" Type="http://schemas.openxmlformats.org/officeDocument/2006/relationships/tags" Target="../tags/tag169.xml"/><Relationship Id="rId45" Type="http://schemas.openxmlformats.org/officeDocument/2006/relationships/tags" Target="../tags/tag168.xml"/><Relationship Id="rId44" Type="http://schemas.openxmlformats.org/officeDocument/2006/relationships/tags" Target="../tags/tag167.xml"/><Relationship Id="rId43" Type="http://schemas.openxmlformats.org/officeDocument/2006/relationships/tags" Target="../tags/tag166.xml"/><Relationship Id="rId42" Type="http://schemas.openxmlformats.org/officeDocument/2006/relationships/tags" Target="../tags/tag165.xml"/><Relationship Id="rId41" Type="http://schemas.openxmlformats.org/officeDocument/2006/relationships/tags" Target="../tags/tag164.xml"/><Relationship Id="rId40" Type="http://schemas.openxmlformats.org/officeDocument/2006/relationships/tags" Target="../tags/tag163.xml"/><Relationship Id="rId4" Type="http://schemas.openxmlformats.org/officeDocument/2006/relationships/tags" Target="../tags/tag127.xml"/><Relationship Id="rId39" Type="http://schemas.openxmlformats.org/officeDocument/2006/relationships/tags" Target="../tags/tag162.xml"/><Relationship Id="rId38" Type="http://schemas.openxmlformats.org/officeDocument/2006/relationships/tags" Target="../tags/tag161.xml"/><Relationship Id="rId37" Type="http://schemas.openxmlformats.org/officeDocument/2006/relationships/tags" Target="../tags/tag160.xml"/><Relationship Id="rId36" Type="http://schemas.openxmlformats.org/officeDocument/2006/relationships/tags" Target="../tags/tag159.xml"/><Relationship Id="rId35" Type="http://schemas.openxmlformats.org/officeDocument/2006/relationships/tags" Target="../tags/tag158.xml"/><Relationship Id="rId34" Type="http://schemas.openxmlformats.org/officeDocument/2006/relationships/tags" Target="../tags/tag157.xml"/><Relationship Id="rId33" Type="http://schemas.openxmlformats.org/officeDocument/2006/relationships/tags" Target="../tags/tag156.xml"/><Relationship Id="rId32" Type="http://schemas.openxmlformats.org/officeDocument/2006/relationships/tags" Target="../tags/tag155.xml"/><Relationship Id="rId31" Type="http://schemas.openxmlformats.org/officeDocument/2006/relationships/tags" Target="../tags/tag154.xml"/><Relationship Id="rId30" Type="http://schemas.openxmlformats.org/officeDocument/2006/relationships/tags" Target="../tags/tag153.xml"/><Relationship Id="rId3" Type="http://schemas.openxmlformats.org/officeDocument/2006/relationships/tags" Target="../tags/tag126.xml"/><Relationship Id="rId29" Type="http://schemas.openxmlformats.org/officeDocument/2006/relationships/tags" Target="../tags/tag152.xml"/><Relationship Id="rId28" Type="http://schemas.openxmlformats.org/officeDocument/2006/relationships/tags" Target="../tags/tag151.xml"/><Relationship Id="rId27" Type="http://schemas.openxmlformats.org/officeDocument/2006/relationships/tags" Target="../tags/tag150.xml"/><Relationship Id="rId26" Type="http://schemas.openxmlformats.org/officeDocument/2006/relationships/tags" Target="../tags/tag149.xml"/><Relationship Id="rId25" Type="http://schemas.openxmlformats.org/officeDocument/2006/relationships/tags" Target="../tags/tag148.xml"/><Relationship Id="rId24" Type="http://schemas.openxmlformats.org/officeDocument/2006/relationships/tags" Target="../tags/tag147.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image" Target="../media/image9.png"/><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5.xml"/><Relationship Id="rId2" Type="http://schemas.openxmlformats.org/officeDocument/2006/relationships/image" Target="../media/image15.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5.xml"/><Relationship Id="rId3" Type="http://schemas.openxmlformats.org/officeDocument/2006/relationships/tags" Target="../tags/tag179.xml"/><Relationship Id="rId2" Type="http://schemas.openxmlformats.org/officeDocument/2006/relationships/image" Target="../media/image15.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png"/><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16.png"/><Relationship Id="rId11" Type="http://schemas.openxmlformats.org/officeDocument/2006/relationships/notesSlide" Target="../notesSlides/notesSlide15.xml"/><Relationship Id="rId10" Type="http://schemas.openxmlformats.org/officeDocument/2006/relationships/slideLayout" Target="../slideLayouts/slideLayout5.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5" Type="http://schemas.openxmlformats.org/officeDocument/2006/relationships/notesSlide" Target="../notesSlides/notesSlide16.xml"/><Relationship Id="rId14" Type="http://schemas.openxmlformats.org/officeDocument/2006/relationships/slideLayout" Target="../slideLayouts/slideLayout5.xml"/><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8" Type="http://schemas.openxmlformats.org/officeDocument/2006/relationships/notesSlide" Target="../notesSlides/notesSlide17.xml"/><Relationship Id="rId17" Type="http://schemas.openxmlformats.org/officeDocument/2006/relationships/slideLayout" Target="../slideLayouts/slideLayout5.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601980" y="2681605"/>
            <a:ext cx="10012680" cy="8299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913130" hangingPunct="1">
              <a:defRPr/>
            </a:pPr>
            <a:r>
              <a:rPr lang="en-US" altLang="zh-CN" sz="4800" b="1"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ERC4337</a:t>
            </a:r>
            <a:r>
              <a:rPr lang="zh-CN" altLang="en-US" sz="4800" b="1"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设计与实现</a:t>
            </a:r>
            <a:r>
              <a:rPr lang="zh-CN" altLang="en-US" sz="4800" b="1"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简介</a:t>
            </a:r>
            <a:endParaRPr lang="zh-CN" altLang="en-US" sz="4800" b="1"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3" name="矩形 3"/>
          <p:cNvSpPr>
            <a:spLocks noChangeArrowheads="1"/>
          </p:cNvSpPr>
          <p:nvPr/>
        </p:nvSpPr>
        <p:spPr bwMode="auto">
          <a:xfrm>
            <a:off x="601806" y="3541265"/>
            <a:ext cx="6797751"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3130">
              <a:defRPr>
                <a:solidFill>
                  <a:schemeClr val="tx1"/>
                </a:solidFill>
                <a:latin typeface="微软雅黑" panose="020B0503020204020204" pitchFamily="34" charset="-122"/>
                <a:ea typeface="宋体" pitchFamily="2" charset="-122"/>
              </a:defRPr>
            </a:lvl1pPr>
            <a:lvl2pPr marL="742950" indent="-285750" defTabSz="913130">
              <a:defRPr>
                <a:solidFill>
                  <a:schemeClr val="tx1"/>
                </a:solidFill>
                <a:latin typeface="微软雅黑" panose="020B0503020204020204" pitchFamily="34" charset="-122"/>
                <a:ea typeface="宋体" pitchFamily="2" charset="-122"/>
              </a:defRPr>
            </a:lvl2pPr>
            <a:lvl3pPr marL="1143000" indent="-228600" defTabSz="913130">
              <a:defRPr>
                <a:solidFill>
                  <a:schemeClr val="tx1"/>
                </a:solidFill>
                <a:latin typeface="微软雅黑" panose="020B0503020204020204" pitchFamily="34" charset="-122"/>
                <a:ea typeface="宋体" pitchFamily="2" charset="-122"/>
              </a:defRPr>
            </a:lvl3pPr>
            <a:lvl4pPr marL="1600200" indent="-228600" defTabSz="913130">
              <a:defRPr>
                <a:solidFill>
                  <a:schemeClr val="tx1"/>
                </a:solidFill>
                <a:latin typeface="微软雅黑" panose="020B0503020204020204" pitchFamily="34" charset="-122"/>
                <a:ea typeface="宋体" pitchFamily="2" charset="-122"/>
              </a:defRPr>
            </a:lvl4pPr>
            <a:lvl5pPr marL="2057400" indent="-228600" defTabSz="913130">
              <a:defRPr>
                <a:solidFill>
                  <a:schemeClr val="tx1"/>
                </a:solidFill>
                <a:latin typeface="微软雅黑" panose="020B0503020204020204" pitchFamily="34" charset="-122"/>
                <a:ea typeface="宋体" pitchFamily="2" charset="-122"/>
              </a:defRPr>
            </a:lvl5pPr>
            <a:lvl6pPr marL="25146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6pPr>
            <a:lvl7pPr marL="29718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7pPr>
            <a:lvl8pPr marL="34290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8pPr>
            <a:lvl9pPr marL="38862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9pPr>
          </a:lstStyle>
          <a:p>
            <a:pPr eaLnBrk="1" hangingPunct="1">
              <a:defRPr/>
            </a:pPr>
            <a:r>
              <a:rPr lang="zh-CN" altLang="en-US"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数据隐私团队</a:t>
            </a:r>
            <a:r>
              <a:rPr lang="en-US" altLang="zh-CN"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&amp;Web3</a:t>
            </a:r>
            <a:r>
              <a:rPr lang="zh-CN" altLang="en-US"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团队</a:t>
            </a:r>
            <a:endParaRPr lang="zh-CN" altLang="en-US"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目录"/>
          <p:cNvSpPr txBox="1"/>
          <p:nvPr/>
        </p:nvSpPr>
        <p:spPr>
          <a:xfrm>
            <a:off x="1422400" y="2166937"/>
            <a:ext cx="1324571" cy="755444"/>
          </a:xfrm>
          <a:prstGeom prst="rect">
            <a:avLst/>
          </a:prstGeom>
          <a:ln w="12700">
            <a:miter lim="400000"/>
          </a:ln>
        </p:spPr>
        <p:txBody>
          <a:bodyPr lIns="46409" tIns="46409" rIns="46409" bIns="46409">
            <a:spAutoFit/>
          </a:bodyPr>
          <a:lstStyle>
            <a:lvl1pPr indent="12700">
              <a:spcBef>
                <a:spcPts val="100"/>
              </a:spcBef>
              <a:defRPr sz="4300">
                <a:solidFill>
                  <a:srgbClr val="2864FF"/>
                </a:solidFill>
                <a:latin typeface="Source Han Sans CN Medium"/>
                <a:ea typeface="Source Han Sans CN Medium"/>
                <a:cs typeface="Source Han Sans CN Medium"/>
                <a:sym typeface="Source Han Sans CN Medium"/>
              </a:defRPr>
            </a:lvl1pPr>
          </a:lstStyle>
          <a:p>
            <a:r>
              <a:rPr dirty="0" err="1">
                <a:latin typeface="Arial" panose="020B0604020202090204" pitchFamily="34" charset="0"/>
                <a:ea typeface="方正兰亭黑简体" panose="02000000000000000000" pitchFamily="2" charset="-122"/>
                <a:sym typeface="Arial" panose="020B0604020202090204" pitchFamily="34" charset="0"/>
              </a:rPr>
              <a:t>目录</a:t>
            </a: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3" name="TABLE OF CONTENTS"/>
          <p:cNvSpPr txBox="1"/>
          <p:nvPr/>
        </p:nvSpPr>
        <p:spPr>
          <a:xfrm>
            <a:off x="1515533" y="2872902"/>
            <a:ext cx="3766414" cy="507831"/>
          </a:xfrm>
          <a:prstGeom prst="rect">
            <a:avLst/>
          </a:prstGeom>
          <a:ln w="12700">
            <a:miter lim="400000"/>
          </a:ln>
        </p:spPr>
        <p:txBody>
          <a:bodyPr wrap="none" lIns="45719" rIns="45719">
            <a:spAutoFit/>
          </a:bodyPr>
          <a:lstStyle>
            <a:lvl1pPr>
              <a:defRPr sz="2700">
                <a:solidFill>
                  <a:srgbClr val="A7A7A7"/>
                </a:solidFill>
                <a:latin typeface="Source Han Sans CN Normal"/>
                <a:ea typeface="Source Han Sans CN Normal"/>
                <a:cs typeface="Source Han Sans CN Normal"/>
                <a:sym typeface="Source Han Sans CN Normal"/>
              </a:defRPr>
            </a:lvl1pPr>
          </a:lstStyle>
          <a:p>
            <a:r>
              <a:rPr dirty="0">
                <a:latin typeface="Arial" panose="020B0604020202090204" pitchFamily="34" charset="0"/>
                <a:ea typeface="方正兰亭黑简体" panose="02000000000000000000" pitchFamily="2" charset="-122"/>
                <a:sym typeface="Arial" panose="020B0604020202090204" pitchFamily="34" charset="0"/>
              </a:rPr>
              <a:t>TABLE OF CONTENTS</a:t>
            </a: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4" name="01｜请在此输入您的标题…"/>
          <p:cNvSpPr txBox="1"/>
          <p:nvPr/>
        </p:nvSpPr>
        <p:spPr>
          <a:xfrm>
            <a:off x="1515956" y="4148243"/>
            <a:ext cx="2912110" cy="1198880"/>
          </a:xfrm>
          <a:prstGeom prst="rect">
            <a:avLst/>
          </a:prstGeom>
          <a:ln w="12700">
            <a:miter lim="400000"/>
          </a:ln>
        </p:spPr>
        <p:txBody>
          <a:bodyPr wrap="none" lIns="45719" rIns="45719">
            <a:spAutoFit/>
          </a:bodyPr>
          <a:lstStyle/>
          <a:p>
            <a:pPr eaLnBrk="1">
              <a:lnSpc>
                <a:spcPct val="180000"/>
              </a:lnSpc>
              <a:defRPr sz="2100">
                <a:latin typeface="Source Han Sans CN Medium"/>
                <a:ea typeface="Source Han Sans CN Medium"/>
                <a:cs typeface="Source Han Sans CN Medium"/>
                <a:sym typeface="Source Han Sans CN Medium"/>
              </a:defRPr>
            </a:pPr>
            <a:r>
              <a:rPr sz="2000" dirty="0">
                <a:solidFill>
                  <a:srgbClr val="3961F6"/>
                </a:solidFill>
                <a:latin typeface="Arial" panose="020B0604020202090204" pitchFamily="34" charset="0"/>
                <a:ea typeface="方正兰亭黑简体" panose="02000000000000000000" pitchFamily="2" charset="-122"/>
                <a:cs typeface="Arial" panose="020B0604020202090204" pitchFamily="34" charset="0"/>
                <a:sym typeface="Arial" panose="020B0604020202090204" pitchFamily="34" charset="0"/>
              </a:rPr>
              <a:t>01</a:t>
            </a:r>
            <a:r>
              <a:rPr sz="2000" dirty="0" smtClean="0">
                <a:solidFill>
                  <a:srgbClr val="A8A7A7"/>
                </a:solidFill>
                <a:latin typeface="Arial" panose="020B0604020202090204" pitchFamily="34" charset="0"/>
                <a:ea typeface="方正兰亭黑简体" panose="02000000000000000000" pitchFamily="2" charset="-122"/>
                <a:sym typeface="Arial" panose="020B0604020202090204" pitchFamily="34" charset="0"/>
              </a:rPr>
              <a:t>｜</a:t>
            </a:r>
            <a:r>
              <a:rPr lang="zh-CN" altLang="en-US" sz="2000" dirty="0" smtClean="0">
                <a:solidFill>
                  <a:schemeClr val="tx1"/>
                </a:solidFill>
                <a:latin typeface="Arial" panose="020B0604020202090204" pitchFamily="34" charset="0"/>
                <a:ea typeface="方正兰亭黑简体" panose="02000000000000000000" pitchFamily="2" charset="-122"/>
                <a:sym typeface="Arial" panose="020B0604020202090204" pitchFamily="34" charset="0"/>
              </a:rPr>
              <a:t>以太坊账户</a:t>
            </a:r>
            <a:r>
              <a:rPr lang="zh-CN" altLang="en-US" sz="2000" dirty="0" smtClean="0">
                <a:solidFill>
                  <a:schemeClr val="tx1"/>
                </a:solidFill>
                <a:latin typeface="Arial" panose="020B0604020202090204" pitchFamily="34" charset="0"/>
                <a:ea typeface="方正兰亭黑简体" panose="02000000000000000000" pitchFamily="2" charset="-122"/>
                <a:sym typeface="Arial" panose="020B0604020202090204" pitchFamily="34" charset="0"/>
              </a:rPr>
              <a:t>体系简介</a:t>
            </a:r>
            <a:endParaRPr lang="en-US" altLang="zh-CN" sz="2000" dirty="0" smtClean="0">
              <a:latin typeface="Arial" panose="020B0604020202090204" pitchFamily="34" charset="0"/>
              <a:ea typeface="方正兰亭黑简体" panose="02000000000000000000" pitchFamily="2" charset="-122"/>
              <a:sym typeface="Arial" panose="020B0604020202090204" pitchFamily="34" charset="0"/>
            </a:endParaRPr>
          </a:p>
          <a:p>
            <a:pPr eaLnBrk="1">
              <a:lnSpc>
                <a:spcPct val="180000"/>
              </a:lnSpc>
              <a:defRPr sz="2100">
                <a:latin typeface="Source Han Sans CN Medium"/>
                <a:ea typeface="Source Han Sans CN Medium"/>
                <a:cs typeface="Source Han Sans CN Medium"/>
                <a:sym typeface="Source Han Sans CN Medium"/>
              </a:defRPr>
            </a:pPr>
            <a:r>
              <a:rPr lang="en-US" altLang="zh-CN" sz="2000" dirty="0" smtClean="0">
                <a:solidFill>
                  <a:srgbClr val="3961F6"/>
                </a:solidFill>
                <a:latin typeface="Arial" panose="020B0604020202090204" pitchFamily="34" charset="0"/>
                <a:ea typeface="方正兰亭黑简体" panose="02000000000000000000" pitchFamily="2" charset="-122"/>
                <a:cs typeface="Arial" panose="020B0604020202090204" pitchFamily="34" charset="0"/>
                <a:sym typeface="Arial" panose="020B0604020202090204" pitchFamily="34" charset="0"/>
              </a:rPr>
              <a:t>02</a:t>
            </a:r>
            <a:r>
              <a:rPr lang="zh-CN" altLang="en-US" sz="2000" dirty="0" smtClean="0">
                <a:solidFill>
                  <a:srgbClr val="A8A7A7"/>
                </a:solidFill>
                <a:latin typeface="Arial" panose="020B0604020202090204" pitchFamily="34" charset="0"/>
                <a:ea typeface="方正兰亭黑简体" panose="02000000000000000000" pitchFamily="2" charset="-122"/>
                <a:sym typeface="Arial" panose="020B0604020202090204" pitchFamily="34" charset="0"/>
              </a:rPr>
              <a:t>｜</a:t>
            </a:r>
            <a:r>
              <a:rPr lang="en-US" altLang="zh-CN" sz="2000" dirty="0" smtClean="0">
                <a:latin typeface="Arial" panose="020B0604020202090204" pitchFamily="34" charset="0"/>
                <a:ea typeface="方正兰亭黑简体" panose="02000000000000000000" pitchFamily="2" charset="-122"/>
                <a:sym typeface="Arial" panose="020B0604020202090204" pitchFamily="34" charset="0"/>
              </a:rPr>
              <a:t>ERC4337</a:t>
            </a:r>
            <a:r>
              <a:rPr lang="zh-CN" altLang="en-US" sz="2000" dirty="0" smtClean="0">
                <a:latin typeface="Arial" panose="020B0604020202090204" pitchFamily="34" charset="0"/>
                <a:ea typeface="方正兰亭黑简体" panose="02000000000000000000" pitchFamily="2" charset="-122"/>
                <a:sym typeface="Arial" panose="020B0604020202090204" pitchFamily="34" charset="0"/>
              </a:rPr>
              <a:t>协议详解</a:t>
            </a:r>
            <a:endParaRPr lang="zh-CN" altLang="en-US" sz="2000" dirty="0" smtClean="0">
              <a:latin typeface="Arial" panose="020B0604020202090204" pitchFamily="34" charset="0"/>
              <a:ea typeface="方正兰亭黑简体" panose="02000000000000000000" pitchFamily="2" charset="-122"/>
              <a:sym typeface="Arial" panose="020B060402020209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01"/>
          <p:cNvSpPr txBox="1"/>
          <p:nvPr/>
        </p:nvSpPr>
        <p:spPr>
          <a:xfrm>
            <a:off x="843491" y="607546"/>
            <a:ext cx="2122489" cy="1009507"/>
          </a:xfrm>
          <a:prstGeom prst="rect">
            <a:avLst/>
          </a:prstGeom>
          <a:ln w="12700">
            <a:miter lim="400000"/>
          </a:ln>
        </p:spPr>
        <p:txBody>
          <a:bodyPr lIns="0" tIns="0" rIns="0" bIns="0">
            <a:spAutoFit/>
          </a:bodyPr>
          <a:lstStyle>
            <a:lvl1pPr indent="12700" algn="just" defTabSz="914400">
              <a:lnSpc>
                <a:spcPct val="80000"/>
              </a:lnSpc>
              <a:spcBef>
                <a:spcPts val="100"/>
              </a:spcBef>
              <a:defRPr sz="82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en-US" altLang="zh-CN" dirty="0" smtClean="0">
                <a:latin typeface="Arial" panose="020B0604020202090204" pitchFamily="34" charset="0"/>
                <a:ea typeface="方正兰亭黑简体" panose="02000000000000000000" pitchFamily="2" charset="-122"/>
                <a:sym typeface="Arial" panose="020B0604020202090204" pitchFamily="34" charset="0"/>
              </a:rPr>
              <a:t>01</a:t>
            </a: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19" name="此处添加标题"/>
          <p:cNvSpPr txBox="1"/>
          <p:nvPr/>
        </p:nvSpPr>
        <p:spPr>
          <a:xfrm>
            <a:off x="843491" y="2861640"/>
            <a:ext cx="7801745" cy="707390"/>
          </a:xfrm>
          <a:prstGeom prst="rect">
            <a:avLst/>
          </a:prstGeom>
          <a:ln w="12700">
            <a:miter lim="400000"/>
          </a:ln>
        </p:spPr>
        <p:txBody>
          <a:bodyPr wrap="square" lIns="0" tIns="0" rIns="0" bIns="0">
            <a:spAutoFit/>
          </a:bodyPr>
          <a:lstStyle>
            <a:lvl1pPr indent="12700">
              <a:lnSpc>
                <a:spcPts val="5200"/>
              </a:lnSpc>
              <a:spcBef>
                <a:spcPts val="600"/>
              </a:spcBef>
              <a:defRPr sz="4600">
                <a:solidFill>
                  <a:srgbClr val="FFFFFF"/>
                </a:solidFill>
                <a:latin typeface="Source Han Sans CN Medium"/>
                <a:ea typeface="Source Han Sans CN Medium"/>
                <a:cs typeface="Source Han Sans CN Medium"/>
                <a:sym typeface="Source Han Sans CN Medium"/>
              </a:defRPr>
            </a:lvl1pPr>
          </a:lstStyle>
          <a:p>
            <a:pPr>
              <a:lnSpc>
                <a:spcPct val="100000"/>
              </a:lnSpc>
            </a:pPr>
            <a:r>
              <a:rPr lang="zh-CN" altLang="en-US" dirty="0">
                <a:latin typeface="Arial" panose="020B0604020202090204" pitchFamily="34" charset="0"/>
                <a:ea typeface="方正兰亭黑简体" panose="02000000000000000000" pitchFamily="2" charset="-122"/>
                <a:sym typeface="Arial" panose="020B0604020202090204" pitchFamily="34" charset="0"/>
              </a:rPr>
              <a:t>以太坊账户体系</a:t>
            </a:r>
            <a:r>
              <a:rPr lang="zh-CN" altLang="en-US" dirty="0">
                <a:latin typeface="Arial" panose="020B0604020202090204" pitchFamily="34" charset="0"/>
                <a:ea typeface="方正兰亭黑简体" panose="02000000000000000000" pitchFamily="2" charset="-122"/>
                <a:sym typeface="Arial" panose="020B0604020202090204" pitchFamily="34" charset="0"/>
              </a:rPr>
              <a:t>简介</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616710" y="901065"/>
            <a:ext cx="9988550" cy="12604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50000"/>
              </a:lnSpc>
              <a:spcBef>
                <a:spcPts val="0"/>
              </a:spcBef>
              <a:spcAft>
                <a:spcPts val="0"/>
              </a:spcAft>
              <a:buClrTx/>
              <a:buSzTx/>
              <a:buFontTx/>
              <a:buNone/>
            </a:pPr>
            <a:r>
              <a:rPr lang="zh-CN" altLang="en-US"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以太坊</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（Ethereum）是一个开源的公共区块链平台，它具备</a:t>
            </a:r>
            <a:r>
              <a:rPr lang="zh-CN" altLang="en-US" sz="1600" dirty="0" smtClean="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智能合约功能，支持去中心化应用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（dApps），由全球成千上万台计算机共同维护。以太坊的</a:t>
            </a:r>
            <a:r>
              <a:rPr lang="zh-CN" altLang="en-US" sz="1600" dirty="0" smtClean="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核心特点</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是它</a:t>
            </a:r>
            <a:r>
              <a:rPr lang="zh-CN" altLang="en-US" sz="1600" dirty="0" smtClean="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允许开发者编写和执行智能合约</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，这些合约可以被理解为自动执行的合同，它们能够在满足特定条件时自动执行预定义的操作。</a:t>
            </a:r>
            <a:endPar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6" name="同侧圆角矩形 5"/>
          <p:cNvSpPr/>
          <p:nvPr>
            <p:custDataLst>
              <p:tags r:id="rId1"/>
            </p:custDataLst>
          </p:nvPr>
        </p:nvSpPr>
        <p:spPr>
          <a:xfrm>
            <a:off x="1943100" y="2555875"/>
            <a:ext cx="4102735" cy="2067560"/>
          </a:xfrm>
          <a:prstGeom prst="round2SameRect">
            <a:avLst/>
          </a:prstGeom>
          <a:solidFill>
            <a:schemeClr val="accent1">
              <a:lumMod val="40000"/>
              <a:lumOff val="60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chemeClr val="accent1">
                  <a:lumMod val="60000"/>
                  <a:lumOff val="40000"/>
                </a:schemeClr>
              </a:solidFill>
              <a:effectLst/>
              <a:uFillTx/>
              <a:latin typeface="+mn-lt"/>
              <a:ea typeface="+mn-ea"/>
              <a:cs typeface="+mn-cs"/>
              <a:sym typeface="Calibri" panose="020F0502020204030204"/>
            </a:endParaRPr>
          </a:p>
        </p:txBody>
      </p:sp>
      <p:sp>
        <p:nvSpPr>
          <p:cNvPr id="7" name="矩形 6"/>
          <p:cNvSpPr/>
          <p:nvPr/>
        </p:nvSpPr>
        <p:spPr>
          <a:xfrm>
            <a:off x="635" y="4852670"/>
            <a:ext cx="12191365" cy="1381125"/>
          </a:xfrm>
          <a:prstGeom prst="rect">
            <a:avLst/>
          </a:prstGeom>
          <a:solidFill>
            <a:schemeClr val="bg1">
              <a:lumMod val="95000"/>
            </a:schemeClr>
          </a:solidFill>
          <a:ln w="25400" cap="flat">
            <a:noFill/>
            <a:prstDash val="solid"/>
            <a:round/>
          </a:ln>
          <a:extLst>
            <a:ext uri="{909E8E84-426E-40DD-AFC4-6F175D3DCCD1}">
              <a14:hiddenFill xmlns:a14="http://schemas.microsoft.com/office/drawing/2010/main">
                <a:solidFill>
                  <a:srgbClr val="FDBF2E"/>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275" y="198755"/>
            <a:ext cx="7364095" cy="437515"/>
          </a:xfrm>
          <a:prstGeom prst="rect">
            <a:avLst/>
          </a:prstGeom>
          <a:ln w="12700">
            <a:miter lim="400000"/>
          </a:ln>
        </p:spPr>
        <p:txBody>
          <a:bodyPr wrap="squar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zh-CN" altLang="en-US" dirty="0" smtClean="0">
                <a:latin typeface="Arial" panose="020B0604020202090204" pitchFamily="34" charset="0"/>
                <a:ea typeface="方正兰亭黑简体" panose="02000000000000000000" pitchFamily="2" charset="-122"/>
                <a:sym typeface="Arial" panose="020B0604020202090204" pitchFamily="34" charset="0"/>
              </a:rPr>
              <a:t>以太</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坊账户体系简介</a:t>
            </a:r>
            <a:endParaRPr lang="zh-CN" altLang="en-US" dirty="0" smtClean="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2"/>
          <a:stretch>
            <a:fillRect/>
          </a:stretch>
        </p:blipFill>
        <p:spPr>
          <a:xfrm>
            <a:off x="-6929" y="-6659"/>
            <a:ext cx="826658" cy="826658"/>
          </a:xfrm>
          <a:prstGeom prst="rect">
            <a:avLst/>
          </a:prstGeom>
          <a:ln w="12700">
            <a:miter lim="400000"/>
            <a:headEnd/>
            <a:tailEnd/>
          </a:ln>
        </p:spPr>
      </p:pic>
      <p:sp>
        <p:nvSpPr>
          <p:cNvPr id="4" name="文本框 3"/>
          <p:cNvSpPr txBox="1"/>
          <p:nvPr/>
        </p:nvSpPr>
        <p:spPr>
          <a:xfrm>
            <a:off x="623570" y="6412865"/>
            <a:ext cx="6096000" cy="2743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00000"/>
              </a:lnSpc>
              <a:spcBef>
                <a:spcPts val="0"/>
              </a:spcBef>
              <a:spcAft>
                <a:spcPts val="0"/>
              </a:spcAft>
              <a:buClrTx/>
              <a:buSzTx/>
              <a:buFontTx/>
              <a:buNone/>
            </a:pPr>
            <a:r>
              <a:rPr lang="zh-CN" altLang="en-US" sz="1200" dirty="0" smtClean="0">
                <a:solidFill>
                  <a:schemeClr val="bg1">
                    <a:lumMod val="65000"/>
                  </a:schemeClr>
                </a:solidFill>
                <a:latin typeface="微软雅黑" panose="020B0503020204020204" pitchFamily="34" charset="-122"/>
                <a:ea typeface="微软雅黑" panose="020B0503020204020204" pitchFamily="34" charset="-122"/>
                <a:sym typeface="Arial" panose="020B0604020202090204" pitchFamily="34" charset="0"/>
              </a:rPr>
              <a:t>资料参考：https://ethereum.org/zh/what-is-ethereum</a:t>
            </a:r>
            <a:endParaRPr lang="zh-CN" altLang="en-US" sz="1200" dirty="0" smtClean="0">
              <a:solidFill>
                <a:schemeClr val="bg1">
                  <a:lumMod val="65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文本框 7"/>
          <p:cNvSpPr txBox="1"/>
          <p:nvPr/>
        </p:nvSpPr>
        <p:spPr>
          <a:xfrm>
            <a:off x="2072005" y="2755900"/>
            <a:ext cx="3663315" cy="16802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40000"/>
              </a:lnSpc>
              <a:spcBef>
                <a:spcPts val="0"/>
              </a:spcBef>
              <a:spcAft>
                <a:spcPts val="0"/>
              </a:spcAft>
              <a:buClrTx/>
              <a:buSzTx/>
              <a:buFontTx/>
              <a:buNone/>
            </a:pPr>
            <a:r>
              <a:rPr lang="zh-CN" altLang="en-US" sz="1400" b="1">
                <a:solidFill>
                  <a:schemeClr val="tx1">
                    <a:lumMod val="50000"/>
                  </a:schemeClr>
                </a:solidFill>
                <a:sym typeface="+mn-ea"/>
              </a:rPr>
              <a:t>EOA是由私钥控制的普通用户账户。</a:t>
            </a:r>
            <a:r>
              <a:rPr lang="zh-CN" altLang="en-US" sz="1400">
                <a:solidFill>
                  <a:schemeClr val="tx1">
                    <a:lumMod val="50000"/>
                  </a:schemeClr>
                </a:solidFill>
                <a:sym typeface="+mn-ea"/>
              </a:rPr>
              <a:t>任何人都可以再任何时候免费创建EOA账户，余额由该账户的原生代币（以太币</a:t>
            </a:r>
            <a:r>
              <a:rPr lang="en-US" altLang="zh-CN" sz="1400">
                <a:solidFill>
                  <a:schemeClr val="tx1">
                    <a:lumMod val="50000"/>
                  </a:schemeClr>
                </a:solidFill>
                <a:sym typeface="+mn-ea"/>
              </a:rPr>
              <a:t>Ether</a:t>
            </a:r>
            <a:r>
              <a:rPr lang="zh-CN" altLang="en-US" sz="1400">
                <a:solidFill>
                  <a:schemeClr val="tx1">
                    <a:lumMod val="50000"/>
                  </a:schemeClr>
                </a:solidFill>
                <a:sym typeface="+mn-ea"/>
              </a:rPr>
              <a:t>）数量决定。EOA账户可以发送以太币和调用合约，但不能存储代码或业务逻辑。</a:t>
            </a:r>
            <a:endParaRPr lang="zh-CN" altLang="en-US" sz="1400">
              <a:solidFill>
                <a:schemeClr val="tx1">
                  <a:lumMod val="50000"/>
                </a:schemeClr>
              </a:solidFill>
              <a:sym typeface="+mn-ea"/>
            </a:endParaRPr>
          </a:p>
        </p:txBody>
      </p:sp>
      <p:sp>
        <p:nvSpPr>
          <p:cNvPr id="9" name="文本框 8"/>
          <p:cNvSpPr txBox="1"/>
          <p:nvPr/>
        </p:nvSpPr>
        <p:spPr>
          <a:xfrm>
            <a:off x="637858" y="2628265"/>
            <a:ext cx="754380" cy="34137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以</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太</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坊</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区</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块</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链</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上</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的</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两</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类</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账</a:t>
            </a:r>
            <a:endParaRPr lang="zh-CN" altLang="en-US" b="1">
              <a:solidFill>
                <a:srgbClr val="769BFF"/>
              </a:solidFill>
              <a:sym typeface="+mn-ea"/>
            </a:endParaRPr>
          </a:p>
          <a:p>
            <a:pPr marL="0" marR="0" indent="0" algn="ctr" defTabSz="457200" rtl="0" fontAlgn="auto" latinLnBrk="0" hangingPunct="0">
              <a:lnSpc>
                <a:spcPct val="100000"/>
              </a:lnSpc>
              <a:spcBef>
                <a:spcPts val="0"/>
              </a:spcBef>
              <a:spcAft>
                <a:spcPts val="0"/>
              </a:spcAft>
              <a:buClrTx/>
              <a:buSzTx/>
              <a:buFontTx/>
              <a:buNone/>
            </a:pPr>
            <a:r>
              <a:rPr lang="zh-CN" altLang="en-US" b="1">
                <a:solidFill>
                  <a:srgbClr val="769BFF"/>
                </a:solidFill>
                <a:sym typeface="+mn-ea"/>
              </a:rPr>
              <a:t>户</a:t>
            </a:r>
            <a:endParaRPr lang="zh-CN" altLang="en-US" b="1">
              <a:solidFill>
                <a:srgbClr val="769BFF"/>
              </a:solidFill>
              <a:sym typeface="+mn-ea"/>
            </a:endParaRPr>
          </a:p>
        </p:txBody>
      </p:sp>
      <p:sp>
        <p:nvSpPr>
          <p:cNvPr id="11" name="同侧圆角矩形 10"/>
          <p:cNvSpPr/>
          <p:nvPr>
            <p:custDataLst>
              <p:tags r:id="rId3"/>
            </p:custDataLst>
          </p:nvPr>
        </p:nvSpPr>
        <p:spPr>
          <a:xfrm>
            <a:off x="6378575" y="2528570"/>
            <a:ext cx="4829810" cy="2096135"/>
          </a:xfrm>
          <a:prstGeom prst="round2SameRect">
            <a:avLst/>
          </a:prstGeom>
          <a:solidFill>
            <a:schemeClr val="accent1">
              <a:lumMod val="40000"/>
              <a:lumOff val="60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chemeClr val="accent1">
                  <a:lumMod val="60000"/>
                  <a:lumOff val="40000"/>
                </a:schemeClr>
              </a:solidFill>
              <a:effectLst/>
              <a:uFillTx/>
              <a:latin typeface="+mn-lt"/>
              <a:ea typeface="+mn-ea"/>
              <a:cs typeface="+mn-cs"/>
              <a:sym typeface="Calibri" panose="020F0502020204030204"/>
            </a:endParaRPr>
          </a:p>
        </p:txBody>
      </p:sp>
      <p:sp>
        <p:nvSpPr>
          <p:cNvPr id="10" name="文本框 9"/>
          <p:cNvSpPr txBox="1"/>
          <p:nvPr/>
        </p:nvSpPr>
        <p:spPr>
          <a:xfrm>
            <a:off x="6780530" y="2630170"/>
            <a:ext cx="4188460" cy="18980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40000"/>
              </a:lnSpc>
              <a:spcBef>
                <a:spcPts val="0"/>
              </a:spcBef>
              <a:spcAft>
                <a:spcPts val="0"/>
              </a:spcAft>
              <a:buClrTx/>
              <a:buSzTx/>
              <a:buFontTx/>
              <a:buNone/>
            </a:pPr>
            <a:r>
              <a:rPr lang="zh-CN" altLang="en-US" sz="1400" b="1">
                <a:solidFill>
                  <a:schemeClr val="tx1">
                    <a:lumMod val="50000"/>
                  </a:schemeClr>
                </a:solidFill>
                <a:sym typeface="+mn-ea"/>
              </a:rPr>
              <a:t>CA是由智能合约控制的账户。</a:t>
            </a:r>
            <a:r>
              <a:rPr lang="zh-CN" altLang="en-US" sz="1400">
                <a:solidFill>
                  <a:schemeClr val="tx1">
                    <a:lumMod val="50000"/>
                  </a:schemeClr>
                </a:solidFill>
                <a:sym typeface="+mn-ea"/>
              </a:rPr>
              <a:t>智能合约是一段存储在以太坊区块链上的可编程代码，可以执行事先规定的操作和功能。CA账户的余额也由其中注入的</a:t>
            </a:r>
            <a:r>
              <a:rPr lang="zh-CN" altLang="en-US" sz="1400">
                <a:solidFill>
                  <a:schemeClr val="tx1">
                    <a:lumMod val="50000"/>
                  </a:schemeClr>
                </a:solidFill>
                <a:sym typeface="+mn-ea"/>
              </a:rPr>
              <a:t>原生代</a:t>
            </a:r>
            <a:r>
              <a:rPr lang="zh-CN" altLang="en-US" sz="1400">
                <a:solidFill>
                  <a:schemeClr val="tx1">
                    <a:lumMod val="50000"/>
                  </a:schemeClr>
                </a:solidFill>
                <a:sym typeface="+mn-ea"/>
              </a:rPr>
              <a:t>币数量决定。CA账户可以接收并处理交易，通过智能合约的执行可以完成更复杂的逻辑操作、实现特定的业务功能以及与其他账户进行交互。</a:t>
            </a:r>
            <a:endParaRPr lang="zh-CN" altLang="en-US" sz="1400">
              <a:solidFill>
                <a:schemeClr val="tx1">
                  <a:lumMod val="50000"/>
                </a:schemeClr>
              </a:solidFill>
              <a:sym typeface="+mn-ea"/>
            </a:endParaRPr>
          </a:p>
        </p:txBody>
      </p:sp>
      <p:sp>
        <p:nvSpPr>
          <p:cNvPr id="16" name="文本框 15"/>
          <p:cNvSpPr txBox="1"/>
          <p:nvPr/>
        </p:nvSpPr>
        <p:spPr>
          <a:xfrm>
            <a:off x="1490345" y="5315585"/>
            <a:ext cx="2457450" cy="7359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85750" marR="0" indent="-285750" algn="l" defTabSz="457200" rtl="0" fontAlgn="auto" latinLnBrk="0" hangingPunct="0">
              <a:lnSpc>
                <a:spcPct val="150000"/>
              </a:lnSpc>
              <a:spcBef>
                <a:spcPts val="0"/>
              </a:spcBef>
              <a:spcAft>
                <a:spcPts val="0"/>
              </a:spcAft>
              <a:buClrTx/>
              <a:buSzTx/>
              <a:buFont typeface="Arial" panose="020B0604020202090204" pitchFamily="34" charset="0"/>
              <a:buChar char="•"/>
            </a:pPr>
            <a:r>
              <a:rPr lang="zh-CN" altLang="en-US" sz="1400">
                <a:solidFill>
                  <a:schemeClr val="tx1"/>
                </a:solidFill>
                <a:sym typeface="+mn-ea"/>
              </a:rPr>
              <a:t>EOA账户由私钥控制</a:t>
            </a:r>
            <a:endParaRPr lang="zh-CN" altLang="en-US" sz="1400">
              <a:solidFill>
                <a:schemeClr val="tx1"/>
              </a:solidFill>
              <a:sym typeface="+mn-ea"/>
            </a:endParaRPr>
          </a:p>
          <a:p>
            <a:pPr marL="285750" marR="0" indent="-285750" algn="l" defTabSz="457200" rtl="0" fontAlgn="auto" latinLnBrk="0" hangingPunct="0">
              <a:lnSpc>
                <a:spcPct val="150000"/>
              </a:lnSpc>
              <a:spcBef>
                <a:spcPts val="0"/>
              </a:spcBef>
              <a:spcAft>
                <a:spcPts val="0"/>
              </a:spcAft>
              <a:buClrTx/>
              <a:buSzTx/>
              <a:buFont typeface="Arial" panose="020B0604020202090204" pitchFamily="34" charset="0"/>
              <a:buChar char="•"/>
            </a:pPr>
            <a:r>
              <a:rPr lang="zh-CN" altLang="en-US" sz="1400">
                <a:solidFill>
                  <a:schemeClr val="tx1"/>
                </a:solidFill>
                <a:sym typeface="+mn-ea"/>
              </a:rPr>
              <a:t>CA通过外部账户</a:t>
            </a:r>
            <a:r>
              <a:rPr lang="zh-CN" altLang="en-US" sz="1400">
                <a:solidFill>
                  <a:schemeClr val="tx1"/>
                </a:solidFill>
                <a:sym typeface="+mn-ea"/>
              </a:rPr>
              <a:t>执行合约</a:t>
            </a:r>
            <a:endParaRPr lang="zh-CN" altLang="en-US" sz="1400">
              <a:solidFill>
                <a:schemeClr val="tx1"/>
              </a:solidFill>
              <a:sym typeface="+mn-ea"/>
            </a:endParaRPr>
          </a:p>
        </p:txBody>
      </p:sp>
      <p:sp>
        <p:nvSpPr>
          <p:cNvPr id="17" name="文本框 16"/>
          <p:cNvSpPr txBox="1"/>
          <p:nvPr/>
        </p:nvSpPr>
        <p:spPr>
          <a:xfrm>
            <a:off x="1845310" y="4911725"/>
            <a:ext cx="1548130" cy="360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lang="en-US" altLang="zh-CN" b="1">
                <a:solidFill>
                  <a:srgbClr val="FF9A01"/>
                </a:solidFill>
                <a:sym typeface="+mn-ea"/>
              </a:rPr>
              <a:t>01 </a:t>
            </a:r>
            <a:r>
              <a:rPr lang="zh-CN" altLang="en-US" b="1">
                <a:solidFill>
                  <a:srgbClr val="FF9A01"/>
                </a:solidFill>
                <a:sym typeface="+mn-ea"/>
              </a:rPr>
              <a:t>控制方式</a:t>
            </a:r>
            <a:endParaRPr lang="zh-CN" altLang="en-US" b="1">
              <a:solidFill>
                <a:srgbClr val="FF9A01"/>
              </a:solidFill>
              <a:sym typeface="+mn-ea"/>
            </a:endParaRPr>
          </a:p>
        </p:txBody>
      </p:sp>
      <p:sp>
        <p:nvSpPr>
          <p:cNvPr id="19" name="文本框 18"/>
          <p:cNvSpPr txBox="1"/>
          <p:nvPr>
            <p:custDataLst>
              <p:tags r:id="rId4"/>
            </p:custDataLst>
          </p:nvPr>
        </p:nvSpPr>
        <p:spPr>
          <a:xfrm>
            <a:off x="5367973" y="4911725"/>
            <a:ext cx="1399540" cy="360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lang="en-US" altLang="zh-CN" b="1">
                <a:solidFill>
                  <a:srgbClr val="FF9A01"/>
                </a:solidFill>
                <a:sym typeface="+mn-ea"/>
              </a:rPr>
              <a:t>02 </a:t>
            </a:r>
            <a:r>
              <a:rPr lang="zh-CN" altLang="en-US" b="1">
                <a:solidFill>
                  <a:srgbClr val="FF9A01"/>
                </a:solidFill>
                <a:sym typeface="+mn-ea"/>
              </a:rPr>
              <a:t>功能差异</a:t>
            </a:r>
            <a:endParaRPr lang="zh-CN" altLang="en-US" b="1">
              <a:solidFill>
                <a:srgbClr val="FF9A01"/>
              </a:solidFill>
              <a:sym typeface="+mn-ea"/>
            </a:endParaRPr>
          </a:p>
        </p:txBody>
      </p:sp>
      <p:sp>
        <p:nvSpPr>
          <p:cNvPr id="21" name="文本框 20"/>
          <p:cNvSpPr txBox="1"/>
          <p:nvPr>
            <p:custDataLst>
              <p:tags r:id="rId5"/>
            </p:custDataLst>
          </p:nvPr>
        </p:nvSpPr>
        <p:spPr>
          <a:xfrm>
            <a:off x="9362440" y="4911725"/>
            <a:ext cx="1399540" cy="360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lang="en-US" altLang="zh-CN" b="1">
                <a:solidFill>
                  <a:srgbClr val="FF9A01"/>
                </a:solidFill>
                <a:sym typeface="+mn-ea"/>
              </a:rPr>
              <a:t>03</a:t>
            </a:r>
            <a:r>
              <a:rPr lang="en-US" altLang="zh-CN" b="1">
                <a:solidFill>
                  <a:srgbClr val="FF9A01"/>
                </a:solidFill>
                <a:sym typeface="+mn-ea"/>
              </a:rPr>
              <a:t> </a:t>
            </a:r>
            <a:r>
              <a:rPr lang="zh-CN" altLang="en-US" b="1">
                <a:solidFill>
                  <a:srgbClr val="FF9A01"/>
                </a:solidFill>
                <a:sym typeface="+mn-ea"/>
              </a:rPr>
              <a:t>执行机制</a:t>
            </a:r>
            <a:endParaRPr lang="zh-CN" altLang="en-US" b="1">
              <a:solidFill>
                <a:srgbClr val="FF9A01"/>
              </a:solidFill>
              <a:sym typeface="+mn-ea"/>
            </a:endParaRPr>
          </a:p>
        </p:txBody>
      </p:sp>
      <p:sp>
        <p:nvSpPr>
          <p:cNvPr id="23" name="文本框 22"/>
          <p:cNvSpPr txBox="1"/>
          <p:nvPr/>
        </p:nvSpPr>
        <p:spPr>
          <a:xfrm>
            <a:off x="8321040" y="5228590"/>
            <a:ext cx="3482340" cy="6489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85750" marR="0" indent="-285750" algn="l" defTabSz="457200" rtl="0" fontAlgn="auto" latinLnBrk="0" hangingPunct="0">
              <a:lnSpc>
                <a:spcPct val="130000"/>
              </a:lnSpc>
              <a:spcBef>
                <a:spcPts val="0"/>
              </a:spcBef>
              <a:spcAft>
                <a:spcPts val="0"/>
              </a:spcAft>
              <a:buClrTx/>
              <a:buSzTx/>
              <a:buFont typeface="Arial" panose="020B0604020202090204" pitchFamily="34" charset="0"/>
              <a:buChar char="•"/>
            </a:pP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EOA账户可以直接</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发起交易</a:t>
            </a:r>
            <a:endPar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marR="0" indent="-285750" algn="l" defTabSz="457200" rtl="0" fontAlgn="auto" latinLnBrk="0" hangingPunct="0">
              <a:lnSpc>
                <a:spcPct val="130000"/>
              </a:lnSpc>
              <a:spcBef>
                <a:spcPts val="0"/>
              </a:spcBef>
              <a:spcAft>
                <a:spcPts val="0"/>
              </a:spcAft>
              <a:buClrTx/>
              <a:buSzTx/>
              <a:buFont typeface="Arial" panose="020B0604020202090204" pitchFamily="34" charset="0"/>
              <a:buChar char="•"/>
            </a:pP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CA账户是被动调用执行</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交易</a:t>
            </a:r>
            <a:endPar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文本框 23"/>
          <p:cNvSpPr txBox="1"/>
          <p:nvPr/>
        </p:nvSpPr>
        <p:spPr>
          <a:xfrm>
            <a:off x="4222750" y="5271770"/>
            <a:ext cx="3689985" cy="9283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85750" marR="0" indent="-285750" algn="l" defTabSz="457200" rtl="0" fontAlgn="auto" latinLnBrk="0" hangingPunct="0">
              <a:lnSpc>
                <a:spcPct val="130000"/>
              </a:lnSpc>
              <a:spcBef>
                <a:spcPts val="0"/>
              </a:spcBef>
              <a:spcAft>
                <a:spcPts val="0"/>
              </a:spcAft>
              <a:buClrTx/>
              <a:buSzTx/>
              <a:buFont typeface="Arial" panose="020B0604020202090204" pitchFamily="34" charset="0"/>
              <a:buChar char="•"/>
            </a:pP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EOA账户主要用于发送以太币和调用合约</a:t>
            </a:r>
            <a:endPar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marR="0" indent="-285750" algn="l" defTabSz="457200" rtl="0" fontAlgn="auto" latinLnBrk="0" hangingPunct="0">
              <a:lnSpc>
                <a:spcPct val="130000"/>
              </a:lnSpc>
              <a:spcBef>
                <a:spcPts val="0"/>
              </a:spcBef>
              <a:spcAft>
                <a:spcPts val="0"/>
              </a:spcAft>
              <a:buClrTx/>
              <a:buSzTx/>
              <a:buFont typeface="Arial" panose="020B0604020202090204" pitchFamily="34" charset="0"/>
              <a:buChar char="•"/>
            </a:pP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CA账户能够执行更复杂的逻辑操作，实现特定的业务功能以及与其他账户进行交互</a:t>
            </a:r>
            <a:endPar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5" name="直接连接符 24"/>
          <p:cNvCxnSpPr/>
          <p:nvPr/>
        </p:nvCxnSpPr>
        <p:spPr>
          <a:xfrm>
            <a:off x="-12065" y="2257425"/>
            <a:ext cx="12213590" cy="0"/>
          </a:xfrm>
          <a:prstGeom prst="line">
            <a:avLst/>
          </a:prstGeom>
          <a:noFill/>
          <a:ln w="25400" cap="flat">
            <a:solidFill>
              <a:schemeClr val="bg1">
                <a:lumMod val="75000"/>
              </a:schemeClr>
            </a:solidFill>
            <a:prstDash val="solid"/>
            <a:round/>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27" name="直接连接符 26"/>
          <p:cNvCxnSpPr/>
          <p:nvPr>
            <p:custDataLst>
              <p:tags r:id="rId6"/>
            </p:custDataLst>
          </p:nvPr>
        </p:nvCxnSpPr>
        <p:spPr>
          <a:xfrm>
            <a:off x="-12065" y="2308225"/>
            <a:ext cx="12213590" cy="0"/>
          </a:xfrm>
          <a:prstGeom prst="line">
            <a:avLst/>
          </a:prstGeom>
          <a:noFill/>
          <a:ln w="25400" cap="flat">
            <a:solidFill>
              <a:schemeClr val="bg1">
                <a:lumMod val="75000"/>
              </a:schemeClr>
            </a:solidFill>
            <a:prstDash val="solid"/>
            <a:round/>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grpSp>
        <p:nvGrpSpPr>
          <p:cNvPr id="34" name="组合 33"/>
          <p:cNvGrpSpPr/>
          <p:nvPr/>
        </p:nvGrpSpPr>
        <p:grpSpPr>
          <a:xfrm>
            <a:off x="5784215" y="3151505"/>
            <a:ext cx="878840" cy="1195070"/>
            <a:chOff x="9409" y="5183"/>
            <a:chExt cx="1384" cy="1882"/>
          </a:xfrm>
        </p:grpSpPr>
        <p:sp>
          <p:nvSpPr>
            <p:cNvPr id="28" name="椭圆 27"/>
            <p:cNvSpPr/>
            <p:nvPr/>
          </p:nvSpPr>
          <p:spPr>
            <a:xfrm>
              <a:off x="9409" y="5266"/>
              <a:ext cx="309" cy="329"/>
            </a:xfrm>
            <a:prstGeom prst="ellipse">
              <a:avLst/>
            </a:prstGeom>
            <a:solidFill>
              <a:srgbClr val="FFFF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9" name="椭圆 28"/>
            <p:cNvSpPr/>
            <p:nvPr>
              <p:custDataLst>
                <p:tags r:id="rId7"/>
              </p:custDataLst>
            </p:nvPr>
          </p:nvSpPr>
          <p:spPr>
            <a:xfrm>
              <a:off x="10485" y="5287"/>
              <a:ext cx="308" cy="288"/>
            </a:xfrm>
            <a:prstGeom prst="ellipse">
              <a:avLst/>
            </a:prstGeom>
            <a:solidFill>
              <a:srgbClr val="FFFF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30" name="椭圆 29"/>
            <p:cNvSpPr/>
            <p:nvPr>
              <p:custDataLst>
                <p:tags r:id="rId8"/>
              </p:custDataLst>
            </p:nvPr>
          </p:nvSpPr>
          <p:spPr>
            <a:xfrm>
              <a:off x="9410" y="6632"/>
              <a:ext cx="308" cy="288"/>
            </a:xfrm>
            <a:prstGeom prst="ellipse">
              <a:avLst/>
            </a:prstGeom>
            <a:solidFill>
              <a:srgbClr val="FFFF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31" name="椭圆 30"/>
            <p:cNvSpPr/>
            <p:nvPr>
              <p:custDataLst>
                <p:tags r:id="rId9"/>
              </p:custDataLst>
            </p:nvPr>
          </p:nvSpPr>
          <p:spPr>
            <a:xfrm>
              <a:off x="10485" y="6632"/>
              <a:ext cx="308" cy="288"/>
            </a:xfrm>
            <a:prstGeom prst="ellipse">
              <a:avLst/>
            </a:prstGeom>
            <a:solidFill>
              <a:srgbClr val="FFFF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32" name="空心弧 31"/>
            <p:cNvSpPr/>
            <p:nvPr/>
          </p:nvSpPr>
          <p:spPr>
            <a:xfrm>
              <a:off x="9503" y="5183"/>
              <a:ext cx="1253" cy="551"/>
            </a:xfrm>
            <a:prstGeom prst="blockArc">
              <a:avLst>
                <a:gd name="adj1" fmla="val 10797013"/>
                <a:gd name="adj2" fmla="val 0"/>
                <a:gd name="adj3" fmla="val 25000"/>
              </a:avLst>
            </a:prstGeom>
            <a:solidFill>
              <a:srgbClr val="FFFFFF"/>
            </a:solidFill>
            <a:ln w="25400" cap="flat">
              <a:solidFill>
                <a:schemeClr val="accent1"/>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chemeClr val="tx1"/>
                </a:solidFill>
                <a:effectLst/>
                <a:uFillTx/>
                <a:latin typeface="+mn-lt"/>
                <a:ea typeface="+mn-ea"/>
                <a:cs typeface="+mn-cs"/>
                <a:sym typeface="Calibri" panose="020F0502020204030204"/>
              </a:endParaRPr>
            </a:p>
          </p:txBody>
        </p:sp>
        <p:sp>
          <p:nvSpPr>
            <p:cNvPr id="33" name="空心弧 32"/>
            <p:cNvSpPr/>
            <p:nvPr>
              <p:custDataLst>
                <p:tags r:id="rId10"/>
              </p:custDataLst>
            </p:nvPr>
          </p:nvSpPr>
          <p:spPr>
            <a:xfrm>
              <a:off x="9497" y="6515"/>
              <a:ext cx="1253" cy="551"/>
            </a:xfrm>
            <a:prstGeom prst="blockArc">
              <a:avLst>
                <a:gd name="adj1" fmla="val 10797013"/>
                <a:gd name="adj2" fmla="val 0"/>
                <a:gd name="adj3" fmla="val 25000"/>
              </a:avLst>
            </a:prstGeom>
            <a:solidFill>
              <a:srgbClr val="FFFFFF"/>
            </a:solidFill>
            <a:ln w="25400" cap="flat">
              <a:solidFill>
                <a:schemeClr val="accent1"/>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chemeClr val="tx1"/>
                </a:solidFill>
                <a:effectLst/>
                <a:uFillTx/>
                <a:latin typeface="+mn-lt"/>
                <a:ea typeface="+mn-ea"/>
                <a:cs typeface="+mn-cs"/>
                <a:sym typeface="Calibri" panose="020F0502020204030204"/>
              </a:endParaRPr>
            </a:p>
          </p:txBody>
        </p:sp>
      </p:grpSp>
      <p:pic>
        <p:nvPicPr>
          <p:cNvPr id="12" name="图片 11"/>
          <p:cNvPicPr>
            <a:picLocks noChangeAspect="1"/>
          </p:cNvPicPr>
          <p:nvPr/>
        </p:nvPicPr>
        <p:blipFill>
          <a:blip r:embed="rId11"/>
          <a:stretch>
            <a:fillRect/>
          </a:stretch>
        </p:blipFill>
        <p:spPr>
          <a:xfrm>
            <a:off x="637540" y="1153795"/>
            <a:ext cx="755015" cy="755015"/>
          </a:xfrm>
          <a:prstGeom prst="rect">
            <a:avLst/>
          </a:prstGeom>
        </p:spPr>
      </p:pic>
    </p:spTree>
    <p:custDataLst>
      <p:tags r:id="rId12"/>
    </p:custData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6290" y="1016635"/>
            <a:ext cx="7310755" cy="5029200"/>
          </a:xfrm>
          <a:prstGeom prst="rect">
            <a:avLst/>
          </a:prstGeom>
          <a:solidFill>
            <a:schemeClr val="bg1"/>
          </a:solidFill>
          <a:ln w="12700" cap="flat">
            <a:noFill/>
            <a:prstDash val="solid"/>
            <a:round/>
          </a:ln>
          <a:effectLst>
            <a:outerShdw blurRad="127000" sx="102000" sy="102000" algn="ctr" rotWithShape="0">
              <a:prstClr val="black">
                <a:alpha val="10000"/>
              </a:prstClr>
            </a:outerShdw>
          </a:effectLst>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u="none" strike="noStrike" cap="none" spc="0" normalizeH="0" baseline="0">
              <a:ln>
                <a:noFill/>
              </a:ln>
              <a:solidFill>
                <a:srgbClr val="4B4B4B"/>
              </a:solidFill>
              <a:effectLst/>
              <a:uFillTx/>
              <a:latin typeface="Arial" panose="020B0604020202090204" pitchFamily="34" charset="0"/>
              <a:ea typeface="方正兰亭黑简体" panose="02000000000000000000" pitchFamily="2" charset="-122"/>
              <a:sym typeface="Arial" panose="020B0604020202090204" pitchFamily="34" charset="0"/>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063" y="199024"/>
            <a:ext cx="294767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pPr algn="l"/>
            <a:r>
              <a:rPr lang="zh-CN" altLang="en-US" dirty="0" smtClean="0">
                <a:latin typeface="Arial" panose="020B0604020202090204" pitchFamily="34" charset="0"/>
                <a:ea typeface="方正兰亭黑简体" panose="02000000000000000000" pitchFamily="2" charset="-122"/>
                <a:sym typeface="Arial" panose="020B0604020202090204" pitchFamily="34" charset="0"/>
              </a:rPr>
              <a:t>以太坊</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账户体系</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简介</a:t>
            </a:r>
            <a:endParaRPr lang="zh-CN" altLang="en-US" dirty="0" smtClean="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48" name="文本框 47"/>
          <p:cNvSpPr txBox="1"/>
          <p:nvPr/>
        </p:nvSpPr>
        <p:spPr>
          <a:xfrm>
            <a:off x="646430" y="5082540"/>
            <a:ext cx="3797300" cy="854516"/>
          </a:xfrm>
          <a:prstGeom prst="roundRect">
            <a:avLst/>
          </a:prstGeom>
          <a:solidFill>
            <a:schemeClr val="accent2">
              <a:lumMod val="20000"/>
              <a:lumOff val="80000"/>
            </a:schemeClr>
          </a:solidFill>
          <a:ln w="12700" cap="flat">
            <a:noFill/>
            <a:miter lim="400000"/>
          </a:ln>
          <a:effec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60000"/>
              </a:lnSpc>
              <a:spcBef>
                <a:spcPts val="0"/>
              </a:spcBef>
              <a:spcAft>
                <a:spcPts val="0"/>
              </a:spcAft>
              <a:buClrTx/>
              <a:buSzTx/>
              <a:buFontTx/>
              <a:buNone/>
            </a:pPr>
            <a:r>
              <a:rPr lang="zh-CN" altLang="en-US" sz="1400">
                <a:solidFill>
                  <a:schemeClr val="tx1">
                    <a:lumMod val="50000"/>
                  </a:schemeClr>
                </a:solidFill>
              </a:rPr>
              <a:t>交易进入区块中上链后，在以太坊虚拟机</a:t>
            </a:r>
            <a:r>
              <a:rPr lang="en-US" altLang="zh-CN" sz="1400">
                <a:solidFill>
                  <a:schemeClr val="tx1">
                    <a:lumMod val="50000"/>
                  </a:schemeClr>
                </a:solidFill>
              </a:rPr>
              <a:t>EVM</a:t>
            </a:r>
            <a:r>
              <a:rPr lang="zh-CN" altLang="en-US" sz="1400">
                <a:solidFill>
                  <a:schemeClr val="tx1">
                    <a:lumMod val="50000"/>
                  </a:schemeClr>
                </a:solidFill>
              </a:rPr>
              <a:t>中执行交易过程，完成交易。</a:t>
            </a:r>
            <a:endParaRPr lang="zh-CN" altLang="en-US" sz="1400">
              <a:solidFill>
                <a:schemeClr val="tx1">
                  <a:lumMod val="50000"/>
                </a:schemeClr>
              </a:solidFill>
            </a:endParaRPr>
          </a:p>
        </p:txBody>
      </p:sp>
      <p:sp>
        <p:nvSpPr>
          <p:cNvPr id="49" name="文本框 48"/>
          <p:cNvSpPr txBox="1"/>
          <p:nvPr/>
        </p:nvSpPr>
        <p:spPr>
          <a:xfrm>
            <a:off x="650240" y="1105535"/>
            <a:ext cx="3797300" cy="449580"/>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30000"/>
              </a:lnSpc>
              <a:spcBef>
                <a:spcPts val="0"/>
              </a:spcBef>
              <a:spcAft>
                <a:spcPts val="0"/>
              </a:spcAft>
              <a:buClrTx/>
              <a:buSzTx/>
              <a:buFontTx/>
              <a:buNone/>
            </a:pPr>
            <a:r>
              <a:rPr lang="en-US" altLang="zh-CN">
                <a:solidFill>
                  <a:schemeClr val="tx1">
                    <a:lumMod val="50000"/>
                  </a:schemeClr>
                </a:solidFill>
                <a:sym typeface="+mn-ea"/>
              </a:rPr>
              <a:t>1</a:t>
            </a:r>
            <a:r>
              <a:rPr lang="zh-CN" altLang="en-US">
                <a:solidFill>
                  <a:schemeClr val="tx1">
                    <a:lumMod val="50000"/>
                  </a:schemeClr>
                </a:solidFill>
                <a:sym typeface="+mn-ea"/>
              </a:rPr>
              <a:t>、</a:t>
            </a:r>
            <a:r>
              <a:rPr lang="en-US" altLang="zh-CN">
                <a:solidFill>
                  <a:schemeClr val="tx1">
                    <a:lumMod val="50000"/>
                  </a:schemeClr>
                </a:solidFill>
                <a:sym typeface="+mn-ea"/>
              </a:rPr>
              <a:t>EOA</a:t>
            </a:r>
            <a:r>
              <a:rPr lang="zh-CN" altLang="en-US">
                <a:solidFill>
                  <a:schemeClr val="tx1">
                    <a:lumMod val="50000"/>
                  </a:schemeClr>
                </a:solidFill>
                <a:sym typeface="+mn-ea"/>
              </a:rPr>
              <a:t>发送交易</a:t>
            </a:r>
            <a:endParaRPr lang="zh-CN" altLang="en-US">
              <a:solidFill>
                <a:schemeClr val="tx1">
                  <a:lumMod val="50000"/>
                </a:schemeClr>
              </a:solidFill>
              <a:sym typeface="+mn-ea"/>
            </a:endParaRPr>
          </a:p>
        </p:txBody>
      </p:sp>
      <p:sp>
        <p:nvSpPr>
          <p:cNvPr id="50" name="文本框 49"/>
          <p:cNvSpPr txBox="1"/>
          <p:nvPr/>
        </p:nvSpPr>
        <p:spPr>
          <a:xfrm>
            <a:off x="650240" y="3002280"/>
            <a:ext cx="3797300" cy="449580"/>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30000"/>
              </a:lnSpc>
              <a:spcBef>
                <a:spcPts val="0"/>
              </a:spcBef>
              <a:spcAft>
                <a:spcPts val="0"/>
              </a:spcAft>
              <a:buClrTx/>
              <a:buSzTx/>
              <a:buFontTx/>
              <a:buNone/>
            </a:pPr>
            <a:r>
              <a:rPr lang="en-US" altLang="zh-CN">
                <a:solidFill>
                  <a:schemeClr val="tx1">
                    <a:lumMod val="50000"/>
                  </a:schemeClr>
                </a:solidFill>
                <a:sym typeface="+mn-ea"/>
              </a:rPr>
              <a:t>2</a:t>
            </a:r>
            <a:r>
              <a:rPr lang="zh-CN" altLang="en-US">
                <a:solidFill>
                  <a:schemeClr val="tx1">
                    <a:lumMod val="50000"/>
                  </a:schemeClr>
                </a:solidFill>
                <a:sym typeface="+mn-ea"/>
              </a:rPr>
              <a:t>、交易上链</a:t>
            </a:r>
            <a:endParaRPr lang="zh-CN" altLang="en-US">
              <a:solidFill>
                <a:schemeClr val="tx1">
                  <a:lumMod val="50000"/>
                </a:schemeClr>
              </a:solidFill>
              <a:sym typeface="+mn-ea"/>
            </a:endParaRPr>
          </a:p>
        </p:txBody>
      </p:sp>
      <p:sp>
        <p:nvSpPr>
          <p:cNvPr id="51" name="文本框 50"/>
          <p:cNvSpPr txBox="1"/>
          <p:nvPr/>
        </p:nvSpPr>
        <p:spPr>
          <a:xfrm>
            <a:off x="647065" y="1555115"/>
            <a:ext cx="3798570" cy="1173778"/>
          </a:xfrm>
          <a:prstGeom prst="roundRect">
            <a:avLst/>
          </a:prstGeom>
          <a:solidFill>
            <a:schemeClr val="accent2">
              <a:lumMod val="20000"/>
              <a:lumOff val="80000"/>
            </a:schemeClr>
          </a:solidFill>
          <a:ln w="12700" cap="flat">
            <a:noFill/>
            <a:miter lim="400000"/>
          </a:ln>
          <a:effec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50000"/>
              </a:lnSpc>
              <a:spcBef>
                <a:spcPts val="0"/>
              </a:spcBef>
              <a:spcAft>
                <a:spcPts val="0"/>
              </a:spcAft>
              <a:buClrTx/>
              <a:buSzTx/>
              <a:buFontTx/>
              <a:buNone/>
            </a:pPr>
            <a:r>
              <a:rPr lang="zh-CN" altLang="en-US" sz="1400">
                <a:solidFill>
                  <a:schemeClr val="tx1">
                    <a:lumMod val="50000"/>
                  </a:schemeClr>
                </a:solidFill>
                <a:sym typeface="+mn-ea"/>
              </a:rPr>
              <a:t>用户持有</a:t>
            </a:r>
            <a:r>
              <a:rPr lang="en-US" altLang="zh-CN" sz="1400">
                <a:solidFill>
                  <a:schemeClr val="tx1">
                    <a:lumMod val="50000"/>
                  </a:schemeClr>
                </a:solidFill>
                <a:sym typeface="+mn-ea"/>
              </a:rPr>
              <a:t>EOA</a:t>
            </a:r>
            <a:r>
              <a:rPr lang="zh-CN" altLang="en-US" sz="1400">
                <a:solidFill>
                  <a:schemeClr val="tx1">
                    <a:lumMod val="50000"/>
                  </a:schemeClr>
                </a:solidFill>
                <a:sym typeface="+mn-ea"/>
              </a:rPr>
              <a:t>账户的私钥，发起交易</a:t>
            </a:r>
            <a:r>
              <a:rPr lang="zh-CN" altLang="en-US" sz="1400">
                <a:solidFill>
                  <a:schemeClr val="tx1">
                    <a:lumMod val="50000"/>
                  </a:schemeClr>
                </a:solidFill>
                <a:sym typeface="+mn-ea"/>
              </a:rPr>
              <a:t>时用私钥对交易进行签名，将交易和签名打包发送到内存池；</a:t>
            </a:r>
            <a:endParaRPr lang="zh-CN" altLang="en-US" sz="1400">
              <a:solidFill>
                <a:schemeClr val="tx1">
                  <a:lumMod val="50000"/>
                </a:schemeClr>
              </a:solidFill>
              <a:sym typeface="+mn-ea"/>
            </a:endParaRPr>
          </a:p>
        </p:txBody>
      </p:sp>
      <p:sp>
        <p:nvSpPr>
          <p:cNvPr id="53" name="文本框 52"/>
          <p:cNvSpPr txBox="1"/>
          <p:nvPr/>
        </p:nvSpPr>
        <p:spPr>
          <a:xfrm>
            <a:off x="647065" y="3451860"/>
            <a:ext cx="3796665" cy="911295"/>
          </a:xfrm>
          <a:prstGeom prst="roundRect">
            <a:avLst/>
          </a:prstGeom>
          <a:solidFill>
            <a:schemeClr val="accent2">
              <a:lumMod val="20000"/>
              <a:lumOff val="80000"/>
            </a:schemeClr>
          </a:solidFill>
          <a:ln w="12700" cap="flat">
            <a:noFill/>
            <a:miter lim="400000"/>
          </a:ln>
          <a:effec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70000"/>
              </a:lnSpc>
              <a:spcBef>
                <a:spcPts val="0"/>
              </a:spcBef>
              <a:spcAft>
                <a:spcPts val="0"/>
              </a:spcAft>
              <a:buClrTx/>
              <a:buSzTx/>
              <a:buFontTx/>
              <a:buNone/>
            </a:pPr>
            <a:r>
              <a:rPr lang="zh-CN" altLang="en-US" sz="1400">
                <a:solidFill>
                  <a:schemeClr val="tx1">
                    <a:lumMod val="50000"/>
                  </a:schemeClr>
                </a:solidFill>
                <a:sym typeface="+mn-ea"/>
              </a:rPr>
              <a:t>矿工</a:t>
            </a:r>
            <a:r>
              <a:rPr lang="en-US" altLang="zh-CN" sz="1400">
                <a:solidFill>
                  <a:schemeClr val="tx1">
                    <a:lumMod val="50000"/>
                  </a:schemeClr>
                </a:solidFill>
                <a:sym typeface="+mn-ea"/>
              </a:rPr>
              <a:t>/</a:t>
            </a:r>
            <a:r>
              <a:rPr lang="zh-CN" altLang="en-US" sz="1400">
                <a:solidFill>
                  <a:schemeClr val="tx1">
                    <a:lumMod val="50000"/>
                  </a:schemeClr>
                </a:solidFill>
                <a:sym typeface="+mn-ea"/>
              </a:rPr>
              <a:t>验证者从内存池中选择交易进行验证，将验证通过的交易打包上链；</a:t>
            </a:r>
            <a:endParaRPr lang="zh-CN" altLang="en-US" sz="1400">
              <a:solidFill>
                <a:schemeClr val="tx1">
                  <a:lumMod val="50000"/>
                </a:schemeClr>
              </a:solidFill>
              <a:sym typeface="+mn-ea"/>
            </a:endParaRPr>
          </a:p>
        </p:txBody>
      </p:sp>
      <p:sp>
        <p:nvSpPr>
          <p:cNvPr id="54" name="文本框 53"/>
          <p:cNvSpPr txBox="1"/>
          <p:nvPr>
            <p:custDataLst>
              <p:tags r:id="rId2"/>
            </p:custDataLst>
          </p:nvPr>
        </p:nvSpPr>
        <p:spPr>
          <a:xfrm>
            <a:off x="648335" y="4632960"/>
            <a:ext cx="3797300" cy="449580"/>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30000"/>
              </a:lnSpc>
              <a:spcBef>
                <a:spcPts val="0"/>
              </a:spcBef>
              <a:spcAft>
                <a:spcPts val="0"/>
              </a:spcAft>
              <a:buClrTx/>
              <a:buSzTx/>
              <a:buFontTx/>
              <a:buNone/>
            </a:pPr>
            <a:r>
              <a:rPr lang="en-US" altLang="zh-CN">
                <a:solidFill>
                  <a:schemeClr val="tx1">
                    <a:lumMod val="50000"/>
                  </a:schemeClr>
                </a:solidFill>
                <a:sym typeface="+mn-ea"/>
              </a:rPr>
              <a:t>3</a:t>
            </a:r>
            <a:r>
              <a:rPr lang="zh-CN" altLang="en-US">
                <a:solidFill>
                  <a:schemeClr val="tx1">
                    <a:lumMod val="50000"/>
                  </a:schemeClr>
                </a:solidFill>
                <a:sym typeface="+mn-ea"/>
              </a:rPr>
              <a:t>、交易执行</a:t>
            </a:r>
            <a:endParaRPr lang="zh-CN" altLang="en-US">
              <a:solidFill>
                <a:schemeClr val="tx1">
                  <a:lumMod val="50000"/>
                </a:schemeClr>
              </a:solidFill>
              <a:sym typeface="+mn-ea"/>
            </a:endParaRPr>
          </a:p>
        </p:txBody>
      </p:sp>
      <p:sp>
        <p:nvSpPr>
          <p:cNvPr id="12" name="圆角矩形 11"/>
          <p:cNvSpPr/>
          <p:nvPr/>
        </p:nvSpPr>
        <p:spPr>
          <a:xfrm>
            <a:off x="4831080" y="2077720"/>
            <a:ext cx="1638300" cy="2921000"/>
          </a:xfrm>
          <a:prstGeom prst="roundRect">
            <a:avLst/>
          </a:prstGeom>
          <a:solidFill>
            <a:schemeClr val="accent1">
              <a:lumMod val="20000"/>
              <a:lumOff val="80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5" name="圆角矩形 4"/>
          <p:cNvSpPr/>
          <p:nvPr/>
        </p:nvSpPr>
        <p:spPr>
          <a:xfrm>
            <a:off x="5207000" y="1520190"/>
            <a:ext cx="887095" cy="491490"/>
          </a:xfrm>
          <a:prstGeom prst="roundRect">
            <a:avLst/>
          </a:prstGeom>
          <a:noFill/>
          <a:ln w="25400" cap="flat">
            <a:solidFill>
              <a:srgbClr val="FF0000"/>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外部账户</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EOA</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6" name="矩形 5"/>
          <p:cNvSpPr/>
          <p:nvPr/>
        </p:nvSpPr>
        <p:spPr>
          <a:xfrm>
            <a:off x="5107305" y="2392680"/>
            <a:ext cx="802005" cy="32893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私钥</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7" name="矩形 6"/>
          <p:cNvSpPr/>
          <p:nvPr>
            <p:custDataLst>
              <p:tags r:id="rId3"/>
            </p:custDataLst>
          </p:nvPr>
        </p:nvSpPr>
        <p:spPr>
          <a:xfrm>
            <a:off x="5020945" y="3246120"/>
            <a:ext cx="972820" cy="49530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(Transaction)</a:t>
            </a:r>
            <a:endPar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0" name="圆角矩形 9"/>
          <p:cNvSpPr/>
          <p:nvPr/>
        </p:nvSpPr>
        <p:spPr>
          <a:xfrm>
            <a:off x="5647055" y="2846070"/>
            <a:ext cx="676910" cy="212725"/>
          </a:xfrm>
          <a:prstGeom prst="roundRect">
            <a:avLst/>
          </a:prstGeom>
          <a:noFill/>
          <a:ln w="19050" cap="flat">
            <a:solidFill>
              <a:srgbClr val="FF0000"/>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altLang="zh-CN" sz="800" b="0" i="0" u="none" strike="noStrike" cap="none" spc="0" normalizeH="0" baseline="0" dirty="0" smtClean="0">
                <a:ln>
                  <a:noFill/>
                </a:ln>
                <a:solidFill>
                  <a:srgbClr val="4B4B4B"/>
                </a:solidFill>
                <a:effectLst/>
                <a:uFillTx/>
                <a:latin typeface="+mn-lt"/>
                <a:ea typeface="+mn-ea"/>
                <a:cs typeface="+mn-cs"/>
                <a:sym typeface="Calibri" panose="020F0502020204030204"/>
              </a:rPr>
              <a:t>ECDSA</a:t>
            </a:r>
            <a:r>
              <a:rPr kumimoji="0" lang="zh-CN" altLang="en-US" sz="8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1" name="矩形 10"/>
          <p:cNvSpPr/>
          <p:nvPr>
            <p:custDataLst>
              <p:tags r:id="rId4"/>
            </p:custDataLst>
          </p:nvPr>
        </p:nvSpPr>
        <p:spPr>
          <a:xfrm>
            <a:off x="5107305" y="4177665"/>
            <a:ext cx="802005" cy="32893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3" name="圆角矩形 12"/>
          <p:cNvSpPr/>
          <p:nvPr>
            <p:custDataLst>
              <p:tags r:id="rId5"/>
            </p:custDataLst>
          </p:nvPr>
        </p:nvSpPr>
        <p:spPr>
          <a:xfrm>
            <a:off x="6727825" y="2077720"/>
            <a:ext cx="1489075" cy="2921000"/>
          </a:xfrm>
          <a:prstGeom prst="roundRect">
            <a:avLst/>
          </a:prstGeom>
          <a:solidFill>
            <a:schemeClr val="accent1">
              <a:lumMod val="20000"/>
              <a:lumOff val="80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4" name="圆角矩形 13"/>
          <p:cNvSpPr/>
          <p:nvPr>
            <p:custDataLst>
              <p:tags r:id="rId6"/>
            </p:custDataLst>
          </p:nvPr>
        </p:nvSpPr>
        <p:spPr>
          <a:xfrm>
            <a:off x="6995160" y="1534795"/>
            <a:ext cx="1563370" cy="523875"/>
          </a:xfrm>
          <a:prstGeom prst="roundRect">
            <a:avLst/>
          </a:prstGeom>
          <a:noFill/>
          <a:ln w="2540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节点的</a:t>
            </a: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交易内存池</a:t>
            </a:r>
            <a:endPar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Transaction Mempool)</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5" name="矩形 14"/>
          <p:cNvSpPr/>
          <p:nvPr>
            <p:custDataLst>
              <p:tags r:id="rId7"/>
            </p:custDataLst>
          </p:nvPr>
        </p:nvSpPr>
        <p:spPr>
          <a:xfrm>
            <a:off x="6994525" y="2322830"/>
            <a:ext cx="972185" cy="272415"/>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6" name="矩形 15"/>
          <p:cNvSpPr/>
          <p:nvPr>
            <p:custDataLst>
              <p:tags r:id="rId8"/>
            </p:custDataLst>
          </p:nvPr>
        </p:nvSpPr>
        <p:spPr>
          <a:xfrm>
            <a:off x="6993890" y="3742690"/>
            <a:ext cx="973455" cy="301625"/>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zh-CN" altLang="en-US" sz="1000" dirty="0" smtClean="0">
                <a:sym typeface="Calibri" panose="020F0502020204030204"/>
              </a:rPr>
              <a:t>交易</a:t>
            </a:r>
            <a:r>
              <a:rPr lang="en-US" altLang="zh-CN" sz="1000" dirty="0" smtClean="0">
                <a:sym typeface="Calibri" panose="020F0502020204030204"/>
              </a:rPr>
              <a:t>+</a:t>
            </a:r>
            <a:r>
              <a:rPr lang="zh-CN" altLang="en-US" sz="1000" dirty="0" smtClean="0">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9" name="矩形 18"/>
          <p:cNvSpPr/>
          <p:nvPr>
            <p:custDataLst>
              <p:tags r:id="rId9"/>
            </p:custDataLst>
          </p:nvPr>
        </p:nvSpPr>
        <p:spPr>
          <a:xfrm>
            <a:off x="6994525" y="2773045"/>
            <a:ext cx="972185" cy="272415"/>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0" name="矩形 19"/>
          <p:cNvSpPr/>
          <p:nvPr>
            <p:custDataLst>
              <p:tags r:id="rId10"/>
            </p:custDataLst>
          </p:nvPr>
        </p:nvSpPr>
        <p:spPr>
          <a:xfrm>
            <a:off x="6994525" y="4438015"/>
            <a:ext cx="972185" cy="272415"/>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1" name="矩形 20"/>
          <p:cNvSpPr/>
          <p:nvPr>
            <p:custDataLst>
              <p:tags r:id="rId11"/>
            </p:custDataLst>
          </p:nvPr>
        </p:nvSpPr>
        <p:spPr>
          <a:xfrm>
            <a:off x="6994525" y="3258185"/>
            <a:ext cx="972185" cy="272415"/>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2" name="矩形 21"/>
          <p:cNvSpPr/>
          <p:nvPr>
            <p:custDataLst>
              <p:tags r:id="rId12"/>
            </p:custDataLst>
          </p:nvPr>
        </p:nvSpPr>
        <p:spPr>
          <a:xfrm>
            <a:off x="6993890" y="4073525"/>
            <a:ext cx="972185" cy="272415"/>
          </a:xfrm>
          <a:prstGeom prst="rect">
            <a:avLst/>
          </a:prstGeom>
          <a:noFill/>
          <a:ln w="9525" cap="flat">
            <a:no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sz="1000" b="1" i="0" u="none" strike="noStrike" cap="none" spc="0" normalizeH="0" baseline="0" dirty="0" smtClean="0">
                <a:ln>
                  <a:noFill/>
                </a:ln>
                <a:solidFill>
                  <a:srgbClr val="4B4B4B"/>
                </a:solidFill>
                <a:effectLst/>
                <a:uFillTx/>
                <a:latin typeface="+mn-lt"/>
                <a:ea typeface="+mn-ea"/>
                <a:cs typeface="+mn-cs"/>
                <a:sym typeface="Calibri" panose="020F0502020204030204"/>
              </a:rPr>
              <a:t>…</a:t>
            </a:r>
            <a:endParaRPr kumimoji="0" lang="en-US" sz="1000" b="1"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3" name="圆角矩形 22"/>
          <p:cNvSpPr/>
          <p:nvPr>
            <p:custDataLst>
              <p:tags r:id="rId13"/>
            </p:custDataLst>
          </p:nvPr>
        </p:nvSpPr>
        <p:spPr>
          <a:xfrm>
            <a:off x="10428605" y="2078355"/>
            <a:ext cx="1266825" cy="2919730"/>
          </a:xfrm>
          <a:prstGeom prst="roundRect">
            <a:avLst/>
          </a:prstGeom>
          <a:solidFill>
            <a:srgbClr val="F9B905"/>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4" name="圆角矩形 23"/>
          <p:cNvSpPr/>
          <p:nvPr/>
        </p:nvSpPr>
        <p:spPr>
          <a:xfrm>
            <a:off x="10507345" y="2509520"/>
            <a:ext cx="1096010" cy="266700"/>
          </a:xfrm>
          <a:prstGeom prst="roundRect">
            <a:avLst/>
          </a:prstGeom>
          <a:noFill/>
          <a:ln w="25400" cap="flat">
            <a:solidFill>
              <a:schemeClr val="bg1"/>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EVM</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执行交易</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5" name="圆角矩形 24"/>
          <p:cNvSpPr/>
          <p:nvPr>
            <p:custDataLst>
              <p:tags r:id="rId14"/>
            </p:custDataLst>
          </p:nvPr>
        </p:nvSpPr>
        <p:spPr>
          <a:xfrm>
            <a:off x="10516235" y="1507490"/>
            <a:ext cx="1113155" cy="523875"/>
          </a:xfrm>
          <a:prstGeom prst="roundRect">
            <a:avLst/>
          </a:prstGeom>
          <a:noFill/>
          <a:ln w="2540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以太坊虚拟机</a:t>
            </a: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(EVM)</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6" name="圆角矩形 25"/>
          <p:cNvSpPr/>
          <p:nvPr>
            <p:custDataLst>
              <p:tags r:id="rId15"/>
            </p:custDataLst>
          </p:nvPr>
        </p:nvSpPr>
        <p:spPr>
          <a:xfrm>
            <a:off x="8307070" y="3622040"/>
            <a:ext cx="1563370" cy="213360"/>
          </a:xfrm>
          <a:prstGeom prst="roundRect">
            <a:avLst/>
          </a:prstGeom>
          <a:noFill/>
          <a:ln w="25400" cap="flat">
            <a:solidFill>
              <a:srgbClr val="FF0000"/>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rPr>
              <a:t>矿工</a:t>
            </a:r>
            <a:r>
              <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rPr>
              <a:t>验证者将这笔交易上链</a:t>
            </a:r>
            <a:endPar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7" name="圆角矩形 26"/>
          <p:cNvSpPr/>
          <p:nvPr>
            <p:custDataLst>
              <p:tags r:id="rId16"/>
            </p:custDataLst>
          </p:nvPr>
        </p:nvSpPr>
        <p:spPr>
          <a:xfrm>
            <a:off x="8307070" y="3947160"/>
            <a:ext cx="1581785" cy="213360"/>
          </a:xfrm>
          <a:prstGeom prst="roundRect">
            <a:avLst/>
          </a:prstGeom>
          <a:noFill/>
          <a:ln w="25400" cap="flat">
            <a:solidFill>
              <a:srgbClr val="FF0000"/>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共识层验证交易</a:t>
            </a:r>
            <a:endParaRPr kumimoji="0" lang="zh-CN" sz="9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grpSp>
        <p:nvGrpSpPr>
          <p:cNvPr id="34" name="组合 33"/>
          <p:cNvGrpSpPr/>
          <p:nvPr/>
        </p:nvGrpSpPr>
        <p:grpSpPr>
          <a:xfrm rot="0">
            <a:off x="8721725" y="2602865"/>
            <a:ext cx="1561465" cy="171450"/>
            <a:chOff x="9180" y="3703"/>
            <a:chExt cx="2960" cy="316"/>
          </a:xfrm>
        </p:grpSpPr>
        <p:cxnSp>
          <p:nvCxnSpPr>
            <p:cNvPr id="33" name="直接连接符 32"/>
            <p:cNvCxnSpPr/>
            <p:nvPr/>
          </p:nvCxnSpPr>
          <p:spPr>
            <a:xfrm>
              <a:off x="9180" y="3869"/>
              <a:ext cx="2960" cy="0"/>
            </a:xfrm>
            <a:prstGeom prst="line">
              <a:avLst/>
            </a:prstGeom>
            <a:noFill/>
            <a:ln w="9525" cap="flat">
              <a:solidFill>
                <a:schemeClr val="bg1">
                  <a:lumMod val="50000"/>
                </a:schemeClr>
              </a:solidFill>
              <a:prstDash val="solid"/>
              <a:round/>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28" name="矩形 27"/>
            <p:cNvSpPr/>
            <p:nvPr/>
          </p:nvSpPr>
          <p:spPr>
            <a:xfrm>
              <a:off x="9443" y="3707"/>
              <a:ext cx="342" cy="313"/>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9" name="矩形 28"/>
            <p:cNvSpPr/>
            <p:nvPr>
              <p:custDataLst>
                <p:tags r:id="rId17"/>
              </p:custDataLst>
            </p:nvPr>
          </p:nvSpPr>
          <p:spPr>
            <a:xfrm>
              <a:off x="11033" y="3707"/>
              <a:ext cx="342" cy="313"/>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30" name="矩形 29"/>
            <p:cNvSpPr/>
            <p:nvPr>
              <p:custDataLst>
                <p:tags r:id="rId18"/>
              </p:custDataLst>
            </p:nvPr>
          </p:nvSpPr>
          <p:spPr>
            <a:xfrm>
              <a:off x="10503" y="3707"/>
              <a:ext cx="342" cy="313"/>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31" name="矩形 30"/>
            <p:cNvSpPr/>
            <p:nvPr>
              <p:custDataLst>
                <p:tags r:id="rId19"/>
              </p:custDataLst>
            </p:nvPr>
          </p:nvSpPr>
          <p:spPr>
            <a:xfrm>
              <a:off x="9973" y="3707"/>
              <a:ext cx="342" cy="313"/>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32" name="矩形 31"/>
            <p:cNvSpPr/>
            <p:nvPr>
              <p:custDataLst>
                <p:tags r:id="rId20"/>
              </p:custDataLst>
            </p:nvPr>
          </p:nvSpPr>
          <p:spPr>
            <a:xfrm>
              <a:off x="11563" y="3703"/>
              <a:ext cx="342" cy="313"/>
            </a:xfrm>
            <a:prstGeom prst="rect">
              <a:avLst/>
            </a:prstGeom>
            <a:solidFill>
              <a:schemeClr val="bg1"/>
            </a:solidFill>
            <a:ln w="19050" cap="flat">
              <a:solidFill>
                <a:schemeClr val="tx1">
                  <a:lumMod val="5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grpSp>
      <p:cxnSp>
        <p:nvCxnSpPr>
          <p:cNvPr id="35" name="肘形连接符 34"/>
          <p:cNvCxnSpPr>
            <a:stCxn id="7" idx="3"/>
            <a:endCxn id="16" idx="1"/>
          </p:cNvCxnSpPr>
          <p:nvPr/>
        </p:nvCxnSpPr>
        <p:spPr>
          <a:xfrm>
            <a:off x="5993765" y="3492500"/>
            <a:ext cx="1000125" cy="400685"/>
          </a:xfrm>
          <a:prstGeom prst="bentConnector3">
            <a:avLst>
              <a:gd name="adj1" fmla="val 33755"/>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6" name="肘形连接符 35"/>
          <p:cNvCxnSpPr>
            <a:stCxn id="11" idx="3"/>
            <a:endCxn id="16" idx="1"/>
          </p:cNvCxnSpPr>
          <p:nvPr/>
        </p:nvCxnSpPr>
        <p:spPr>
          <a:xfrm flipV="1">
            <a:off x="5909310" y="3893820"/>
            <a:ext cx="1084580" cy="447675"/>
          </a:xfrm>
          <a:prstGeom prst="bentConnector3">
            <a:avLst>
              <a:gd name="adj1" fmla="val 38570"/>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7" name="直接箭头连接符 36"/>
          <p:cNvCxnSpPr>
            <a:stCxn id="6" idx="2"/>
            <a:endCxn id="7" idx="0"/>
          </p:cNvCxnSpPr>
          <p:nvPr/>
        </p:nvCxnSpPr>
        <p:spPr>
          <a:xfrm flipH="1">
            <a:off x="5507355" y="2720975"/>
            <a:ext cx="1270" cy="524510"/>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8" name="直接箭头连接符 37"/>
          <p:cNvCxnSpPr>
            <a:stCxn id="7" idx="2"/>
            <a:endCxn id="11" idx="0"/>
          </p:cNvCxnSpPr>
          <p:nvPr/>
        </p:nvCxnSpPr>
        <p:spPr>
          <a:xfrm>
            <a:off x="5507355" y="3740150"/>
            <a:ext cx="1270" cy="436880"/>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39" name="圆角矩形 38"/>
          <p:cNvSpPr/>
          <p:nvPr>
            <p:custDataLst>
              <p:tags r:id="rId21"/>
            </p:custDataLst>
          </p:nvPr>
        </p:nvSpPr>
        <p:spPr>
          <a:xfrm>
            <a:off x="4970145" y="3853180"/>
            <a:ext cx="676910" cy="212725"/>
          </a:xfrm>
          <a:prstGeom prst="roundRect">
            <a:avLst/>
          </a:prstGeom>
          <a:noFill/>
          <a:ln w="1905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生成</a:t>
            </a:r>
            <a:endParaRPr kumimoji="0" lang="zh-CN" sz="9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40" name="肘形连接符 39"/>
          <p:cNvCxnSpPr>
            <a:stCxn id="16" idx="3"/>
            <a:endCxn id="32" idx="2"/>
          </p:cNvCxnSpPr>
          <p:nvPr/>
        </p:nvCxnSpPr>
        <p:spPr>
          <a:xfrm flipV="1">
            <a:off x="7967345" y="2771775"/>
            <a:ext cx="2101850" cy="1122045"/>
          </a:xfrm>
          <a:prstGeom prst="bentConnector2">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44" name="文本框 43"/>
          <p:cNvSpPr txBox="1"/>
          <p:nvPr/>
        </p:nvSpPr>
        <p:spPr>
          <a:xfrm>
            <a:off x="9007475" y="2240915"/>
            <a:ext cx="871855" cy="2743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zh-CN" altLang="en-US" sz="1200">
                <a:solidFill>
                  <a:schemeClr val="tx1">
                    <a:lumMod val="50000"/>
                  </a:schemeClr>
                </a:solidFill>
              </a:rPr>
              <a:t>区块链</a:t>
            </a:r>
            <a:endParaRPr lang="zh-CN" altLang="en-US" sz="1200">
              <a:solidFill>
                <a:schemeClr val="tx1">
                  <a:lumMod val="50000"/>
                </a:schemeClr>
              </a:solidFill>
            </a:endParaRPr>
          </a:p>
        </p:txBody>
      </p:sp>
      <p:sp>
        <p:nvSpPr>
          <p:cNvPr id="56" name="文本框 55"/>
          <p:cNvSpPr txBox="1"/>
          <p:nvPr/>
        </p:nvSpPr>
        <p:spPr>
          <a:xfrm>
            <a:off x="6288405" y="5446395"/>
            <a:ext cx="4064000" cy="3359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en-US" altLang="zh-CN" sz="1600">
                <a:solidFill>
                  <a:schemeClr val="tx1">
                    <a:lumMod val="50000"/>
                  </a:schemeClr>
                </a:solidFill>
              </a:rPr>
              <a:t>EOA</a:t>
            </a:r>
            <a:r>
              <a:rPr lang="zh-CN" altLang="en-US" sz="1600">
                <a:solidFill>
                  <a:schemeClr val="tx1">
                    <a:lumMod val="50000"/>
                  </a:schemeClr>
                </a:solidFill>
              </a:rPr>
              <a:t>账户交易流程图</a:t>
            </a:r>
            <a:endParaRPr lang="zh-CN" altLang="en-US" sz="1600">
              <a:solidFill>
                <a:schemeClr val="tx1">
                  <a:lumMod val="50000"/>
                </a:schemeClr>
              </a:solidFill>
            </a:endParaRPr>
          </a:p>
        </p:txBody>
      </p:sp>
    </p:spTree>
    <p:custDataLst>
      <p:tags r:id="rId22"/>
    </p:custData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063" y="199024"/>
            <a:ext cx="294767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pPr algn="l"/>
            <a:r>
              <a:rPr lang="zh-CN" altLang="en-US" dirty="0" smtClean="0">
                <a:latin typeface="Arial" panose="020B0604020202090204" pitchFamily="34" charset="0"/>
                <a:ea typeface="方正兰亭黑简体" panose="02000000000000000000" pitchFamily="2" charset="-122"/>
                <a:sym typeface="Arial" panose="020B0604020202090204" pitchFamily="34" charset="0"/>
              </a:rPr>
              <a:t>以太坊</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账户体系</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简介</a:t>
            </a:r>
            <a:endParaRPr lang="zh-CN" altLang="en-US" dirty="0" smtClean="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cxnSp>
        <p:nvCxnSpPr>
          <p:cNvPr id="26" name="Straight Connector 25"/>
          <p:cNvCxnSpPr/>
          <p:nvPr>
            <p:custDataLst>
              <p:tags r:id="rId2"/>
            </p:custDataLst>
          </p:nvPr>
        </p:nvCxnSpPr>
        <p:spPr>
          <a:xfrm flipH="1">
            <a:off x="3569240" y="4180539"/>
            <a:ext cx="1282700" cy="0"/>
          </a:xfrm>
          <a:prstGeom prst="line">
            <a:avLst/>
          </a:prstGeom>
          <a:noFill/>
          <a:ln w="25400" cap="flat" cmpd="sng" algn="ctr">
            <a:solidFill>
              <a:srgbClr val="2864FF"/>
            </a:solidFill>
            <a:prstDash val="solid"/>
            <a:miter lim="800000"/>
            <a:tailEnd type="oval"/>
          </a:ln>
          <a:effectLst/>
        </p:spPr>
        <p:style>
          <a:lnRef idx="1">
            <a:srgbClr val="8590CA"/>
          </a:lnRef>
          <a:fillRef idx="0">
            <a:srgbClr val="8590CA"/>
          </a:fillRef>
          <a:effectRef idx="0">
            <a:srgbClr val="8590CA"/>
          </a:effectRef>
          <a:fontRef idx="minor">
            <a:sysClr val="windowText" lastClr="000000"/>
          </a:fontRef>
        </p:style>
      </p:cxnSp>
      <p:cxnSp>
        <p:nvCxnSpPr>
          <p:cNvPr id="27" name="Straight Connector 26"/>
          <p:cNvCxnSpPr/>
          <p:nvPr>
            <p:custDataLst>
              <p:tags r:id="rId3"/>
            </p:custDataLst>
          </p:nvPr>
        </p:nvCxnSpPr>
        <p:spPr>
          <a:xfrm>
            <a:off x="6474460" y="5306453"/>
            <a:ext cx="1418624" cy="0"/>
          </a:xfrm>
          <a:prstGeom prst="line">
            <a:avLst/>
          </a:prstGeom>
          <a:noFill/>
          <a:ln w="25400" cap="flat" cmpd="sng" algn="ctr">
            <a:solidFill>
              <a:srgbClr val="FF8F00"/>
            </a:solidFill>
            <a:prstDash val="solid"/>
            <a:miter lim="800000"/>
            <a:tailEnd type="oval"/>
          </a:ln>
          <a:effectLst/>
        </p:spPr>
        <p:style>
          <a:lnRef idx="1">
            <a:srgbClr val="8590CA"/>
          </a:lnRef>
          <a:fillRef idx="0">
            <a:srgbClr val="8590CA"/>
          </a:fillRef>
          <a:effectRef idx="0">
            <a:srgbClr val="8590CA"/>
          </a:effectRef>
          <a:fontRef idx="minor">
            <a:sysClr val="windowText" lastClr="000000"/>
          </a:fontRef>
        </p:style>
      </p:cxnSp>
      <p:cxnSp>
        <p:nvCxnSpPr>
          <p:cNvPr id="28" name="Straight Connector 27"/>
          <p:cNvCxnSpPr/>
          <p:nvPr>
            <p:custDataLst>
              <p:tags r:id="rId4"/>
            </p:custDataLst>
          </p:nvPr>
        </p:nvCxnSpPr>
        <p:spPr>
          <a:xfrm>
            <a:off x="7500019" y="3767622"/>
            <a:ext cx="927100" cy="0"/>
          </a:xfrm>
          <a:prstGeom prst="line">
            <a:avLst/>
          </a:prstGeom>
          <a:noFill/>
          <a:ln w="25400" cap="flat" cmpd="sng" algn="ctr">
            <a:solidFill>
              <a:srgbClr val="FFBC66"/>
            </a:solidFill>
            <a:prstDash val="solid"/>
            <a:miter lim="800000"/>
            <a:tailEnd type="oval"/>
          </a:ln>
          <a:effectLst/>
        </p:spPr>
        <p:style>
          <a:lnRef idx="1">
            <a:srgbClr val="8590CA"/>
          </a:lnRef>
          <a:fillRef idx="0">
            <a:srgbClr val="8590CA"/>
          </a:fillRef>
          <a:effectRef idx="0">
            <a:srgbClr val="8590CA"/>
          </a:effectRef>
          <a:fontRef idx="minor">
            <a:sysClr val="windowText" lastClr="000000"/>
          </a:fontRef>
        </p:style>
      </p:cxnSp>
      <p:cxnSp>
        <p:nvCxnSpPr>
          <p:cNvPr id="29" name="Straight Connector 28"/>
          <p:cNvCxnSpPr/>
          <p:nvPr>
            <p:custDataLst>
              <p:tags r:id="rId5"/>
            </p:custDataLst>
          </p:nvPr>
        </p:nvCxnSpPr>
        <p:spPr>
          <a:xfrm flipH="1">
            <a:off x="4743484" y="2674152"/>
            <a:ext cx="1333460" cy="0"/>
          </a:xfrm>
          <a:prstGeom prst="line">
            <a:avLst/>
          </a:prstGeom>
          <a:noFill/>
          <a:ln w="25400" cap="flat" cmpd="sng" algn="ctr">
            <a:solidFill>
              <a:srgbClr val="6A93FF"/>
            </a:solidFill>
            <a:prstDash val="solid"/>
            <a:miter lim="800000"/>
            <a:headEnd type="none"/>
            <a:tailEnd type="oval" w="med" len="med"/>
          </a:ln>
          <a:effectLst/>
        </p:spPr>
        <p:style>
          <a:lnRef idx="1">
            <a:srgbClr val="8590CA"/>
          </a:lnRef>
          <a:fillRef idx="0">
            <a:srgbClr val="8590CA"/>
          </a:fillRef>
          <a:effectRef idx="0">
            <a:srgbClr val="8590CA"/>
          </a:effectRef>
          <a:fontRef idx="minor">
            <a:sysClr val="windowText" lastClr="000000"/>
          </a:fontRef>
        </p:style>
      </p:cxnSp>
      <p:sp>
        <p:nvSpPr>
          <p:cNvPr id="4" name="Freeform 5"/>
          <p:cNvSpPr/>
          <p:nvPr>
            <p:custDataLst>
              <p:tags r:id="rId6"/>
            </p:custDataLst>
          </p:nvPr>
        </p:nvSpPr>
        <p:spPr bwMode="auto">
          <a:xfrm>
            <a:off x="6534150" y="3455670"/>
            <a:ext cx="1467485" cy="1466215"/>
          </a:xfrm>
          <a:custGeom>
            <a:avLst/>
            <a:gdLst>
              <a:gd name="T0" fmla="*/ 328 w 1143"/>
              <a:gd name="T1" fmla="*/ 487 h 1143"/>
              <a:gd name="T2" fmla="*/ 276 w 1143"/>
              <a:gd name="T3" fmla="*/ 363 h 1143"/>
              <a:gd name="T4" fmla="*/ 174 w 1143"/>
              <a:gd name="T5" fmla="*/ 398 h 1143"/>
              <a:gd name="T6" fmla="*/ 0 w 1143"/>
              <a:gd name="T7" fmla="*/ 572 h 1143"/>
              <a:gd name="T8" fmla="*/ 175 w 1143"/>
              <a:gd name="T9" fmla="*/ 746 h 1143"/>
              <a:gd name="T10" fmla="*/ 211 w 1143"/>
              <a:gd name="T11" fmla="*/ 849 h 1143"/>
              <a:gd name="T12" fmla="*/ 86 w 1143"/>
              <a:gd name="T13" fmla="*/ 900 h 1143"/>
              <a:gd name="T14" fmla="*/ 246 w 1143"/>
              <a:gd name="T15" fmla="*/ 1060 h 1143"/>
              <a:gd name="T16" fmla="*/ 298 w 1143"/>
              <a:gd name="T17" fmla="*/ 936 h 1143"/>
              <a:gd name="T18" fmla="*/ 400 w 1143"/>
              <a:gd name="T19" fmla="*/ 972 h 1143"/>
              <a:gd name="T20" fmla="*/ 572 w 1143"/>
              <a:gd name="T21" fmla="*/ 1143 h 1143"/>
              <a:gd name="T22" fmla="*/ 1143 w 1143"/>
              <a:gd name="T23" fmla="*/ 572 h 1143"/>
              <a:gd name="T24" fmla="*/ 959 w 1143"/>
              <a:gd name="T25" fmla="*/ 388 h 1143"/>
              <a:gd name="T26" fmla="*/ 916 w 1143"/>
              <a:gd name="T27" fmla="*/ 345 h 1143"/>
              <a:gd name="T28" fmla="*/ 759 w 1143"/>
              <a:gd name="T29" fmla="*/ 187 h 1143"/>
              <a:gd name="T30" fmla="*/ 746 w 1143"/>
              <a:gd name="T31" fmla="*/ 175 h 1143"/>
              <a:gd name="T32" fmla="*/ 572 w 1143"/>
              <a:gd name="T33" fmla="*/ 0 h 1143"/>
              <a:gd name="T34" fmla="*/ 572 w 1143"/>
              <a:gd name="T35" fmla="*/ 0 h 1143"/>
              <a:gd name="T36" fmla="*/ 398 w 1143"/>
              <a:gd name="T37" fmla="*/ 174 h 1143"/>
              <a:gd name="T38" fmla="*/ 378 w 1143"/>
              <a:gd name="T39" fmla="*/ 194 h 1143"/>
              <a:gd name="T40" fmla="*/ 379 w 1143"/>
              <a:gd name="T41" fmla="*/ 194 h 1143"/>
              <a:gd name="T42" fmla="*/ 363 w 1143"/>
              <a:gd name="T43" fmla="*/ 276 h 1143"/>
              <a:gd name="T44" fmla="*/ 488 w 1143"/>
              <a:gd name="T45" fmla="*/ 328 h 1143"/>
              <a:gd name="T46" fmla="*/ 328 w 1143"/>
              <a:gd name="T47" fmla="*/ 487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328" y="487"/>
                </a:moveTo>
                <a:cubicBezTo>
                  <a:pt x="272" y="446"/>
                  <a:pt x="296" y="413"/>
                  <a:pt x="276" y="363"/>
                </a:cubicBezTo>
                <a:cubicBezTo>
                  <a:pt x="266" y="336"/>
                  <a:pt x="236" y="336"/>
                  <a:pt x="174" y="398"/>
                </a:cubicBezTo>
                <a:cubicBezTo>
                  <a:pt x="0" y="572"/>
                  <a:pt x="0" y="572"/>
                  <a:pt x="0" y="572"/>
                </a:cubicBezTo>
                <a:cubicBezTo>
                  <a:pt x="175" y="746"/>
                  <a:pt x="175" y="746"/>
                  <a:pt x="175" y="746"/>
                </a:cubicBezTo>
                <a:cubicBezTo>
                  <a:pt x="238" y="809"/>
                  <a:pt x="237" y="839"/>
                  <a:pt x="211" y="849"/>
                </a:cubicBezTo>
                <a:cubicBezTo>
                  <a:pt x="160" y="868"/>
                  <a:pt x="127" y="844"/>
                  <a:pt x="86" y="900"/>
                </a:cubicBezTo>
                <a:cubicBezTo>
                  <a:pt x="16" y="997"/>
                  <a:pt x="150" y="1131"/>
                  <a:pt x="246" y="1060"/>
                </a:cubicBezTo>
                <a:cubicBezTo>
                  <a:pt x="303" y="1019"/>
                  <a:pt x="279" y="986"/>
                  <a:pt x="298" y="936"/>
                </a:cubicBezTo>
                <a:cubicBezTo>
                  <a:pt x="308" y="909"/>
                  <a:pt x="338" y="909"/>
                  <a:pt x="400" y="972"/>
                </a:cubicBezTo>
                <a:cubicBezTo>
                  <a:pt x="572" y="1143"/>
                  <a:pt x="572" y="1143"/>
                  <a:pt x="572" y="1143"/>
                </a:cubicBezTo>
                <a:cubicBezTo>
                  <a:pt x="1143" y="572"/>
                  <a:pt x="1143" y="572"/>
                  <a:pt x="1143" y="572"/>
                </a:cubicBezTo>
                <a:cubicBezTo>
                  <a:pt x="959" y="388"/>
                  <a:pt x="959" y="388"/>
                  <a:pt x="959" y="388"/>
                </a:cubicBezTo>
                <a:cubicBezTo>
                  <a:pt x="916" y="345"/>
                  <a:pt x="916" y="345"/>
                  <a:pt x="916" y="345"/>
                </a:cubicBezTo>
                <a:cubicBezTo>
                  <a:pt x="759" y="187"/>
                  <a:pt x="759" y="187"/>
                  <a:pt x="759" y="187"/>
                </a:cubicBezTo>
                <a:cubicBezTo>
                  <a:pt x="755" y="183"/>
                  <a:pt x="751" y="179"/>
                  <a:pt x="746" y="175"/>
                </a:cubicBezTo>
                <a:cubicBezTo>
                  <a:pt x="572" y="0"/>
                  <a:pt x="572" y="0"/>
                  <a:pt x="572" y="0"/>
                </a:cubicBezTo>
                <a:cubicBezTo>
                  <a:pt x="572" y="0"/>
                  <a:pt x="572" y="0"/>
                  <a:pt x="572" y="0"/>
                </a:cubicBezTo>
                <a:cubicBezTo>
                  <a:pt x="398" y="174"/>
                  <a:pt x="398" y="174"/>
                  <a:pt x="398" y="174"/>
                </a:cubicBezTo>
                <a:cubicBezTo>
                  <a:pt x="378" y="194"/>
                  <a:pt x="378" y="194"/>
                  <a:pt x="378" y="194"/>
                </a:cubicBezTo>
                <a:cubicBezTo>
                  <a:pt x="379" y="194"/>
                  <a:pt x="379" y="194"/>
                  <a:pt x="379" y="194"/>
                </a:cubicBezTo>
                <a:cubicBezTo>
                  <a:pt x="336" y="243"/>
                  <a:pt x="339" y="267"/>
                  <a:pt x="363" y="276"/>
                </a:cubicBezTo>
                <a:cubicBezTo>
                  <a:pt x="413" y="295"/>
                  <a:pt x="446" y="272"/>
                  <a:pt x="488" y="328"/>
                </a:cubicBezTo>
                <a:cubicBezTo>
                  <a:pt x="559" y="425"/>
                  <a:pt x="425" y="558"/>
                  <a:pt x="328" y="487"/>
                </a:cubicBezTo>
                <a:close/>
              </a:path>
            </a:pathLst>
          </a:custGeom>
          <a:solidFill>
            <a:schemeClr val="accent4">
              <a:lumMod val="60000"/>
              <a:lumOff val="40000"/>
            </a:schemeClr>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90204" pitchFamily="34" charset="0"/>
              <a:ea typeface="微软雅黑" panose="020B0503020204020204" pitchFamily="34" charset="-122"/>
              <a:sym typeface="Arial" panose="020B0604020202090204" pitchFamily="34" charset="0"/>
            </a:endParaRPr>
          </a:p>
        </p:txBody>
      </p:sp>
      <p:sp>
        <p:nvSpPr>
          <p:cNvPr id="5" name="Freeform 6"/>
          <p:cNvSpPr/>
          <p:nvPr>
            <p:custDataLst>
              <p:tags r:id="rId7"/>
            </p:custDataLst>
          </p:nvPr>
        </p:nvSpPr>
        <p:spPr bwMode="auto">
          <a:xfrm>
            <a:off x="5608955" y="2465705"/>
            <a:ext cx="1364615" cy="1363345"/>
          </a:xfrm>
          <a:custGeom>
            <a:avLst/>
            <a:gdLst>
              <a:gd name="T0" fmla="*/ 378 w 1062"/>
              <a:gd name="T1" fmla="*/ 908 h 1062"/>
              <a:gd name="T2" fmla="*/ 335 w 1062"/>
              <a:gd name="T3" fmla="*/ 852 h 1062"/>
              <a:gd name="T4" fmla="*/ 372 w 1062"/>
              <a:gd name="T5" fmla="*/ 845 h 1062"/>
              <a:gd name="T6" fmla="*/ 470 w 1062"/>
              <a:gd name="T7" fmla="*/ 791 h 1062"/>
              <a:gd name="T8" fmla="*/ 451 w 1062"/>
              <a:gd name="T9" fmla="*/ 611 h 1062"/>
              <a:gd name="T10" fmla="*/ 271 w 1062"/>
              <a:gd name="T11" fmla="*/ 592 h 1062"/>
              <a:gd name="T12" fmla="*/ 217 w 1062"/>
              <a:gd name="T13" fmla="*/ 690 h 1062"/>
              <a:gd name="T14" fmla="*/ 210 w 1062"/>
              <a:gd name="T15" fmla="*/ 727 h 1062"/>
              <a:gd name="T16" fmla="*/ 173 w 1062"/>
              <a:gd name="T17" fmla="*/ 703 h 1062"/>
              <a:gd name="T18" fmla="*/ 164 w 1062"/>
              <a:gd name="T19" fmla="*/ 694 h 1062"/>
              <a:gd name="T20" fmla="*/ 0 w 1062"/>
              <a:gd name="T21" fmla="*/ 531 h 1062"/>
              <a:gd name="T22" fmla="*/ 155 w 1062"/>
              <a:gd name="T23" fmla="*/ 376 h 1062"/>
              <a:gd name="T24" fmla="*/ 167 w 1062"/>
              <a:gd name="T25" fmla="*/ 365 h 1062"/>
              <a:gd name="T26" fmla="*/ 167 w 1062"/>
              <a:gd name="T27" fmla="*/ 365 h 1062"/>
              <a:gd name="T28" fmla="*/ 532 w 1062"/>
              <a:gd name="T29" fmla="*/ 0 h 1062"/>
              <a:gd name="T30" fmla="*/ 1062 w 1062"/>
              <a:gd name="T31" fmla="*/ 531 h 1062"/>
              <a:gd name="T32" fmla="*/ 911 w 1062"/>
              <a:gd name="T33" fmla="*/ 682 h 1062"/>
              <a:gd name="T34" fmla="*/ 857 w 1062"/>
              <a:gd name="T35" fmla="*/ 753 h 1062"/>
              <a:gd name="T36" fmla="*/ 865 w 1062"/>
              <a:gd name="T37" fmla="*/ 819 h 1062"/>
              <a:gd name="T38" fmla="*/ 886 w 1062"/>
              <a:gd name="T39" fmla="*/ 832 h 1062"/>
              <a:gd name="T40" fmla="*/ 940 w 1062"/>
              <a:gd name="T41" fmla="*/ 843 h 1062"/>
              <a:gd name="T42" fmla="*/ 986 w 1062"/>
              <a:gd name="T43" fmla="*/ 860 h 1062"/>
              <a:gd name="T44" fmla="*/ 997 w 1062"/>
              <a:gd name="T45" fmla="*/ 873 h 1062"/>
              <a:gd name="T46" fmla="*/ 982 w 1062"/>
              <a:gd name="T47" fmla="*/ 979 h 1062"/>
              <a:gd name="T48" fmla="*/ 877 w 1062"/>
              <a:gd name="T49" fmla="*/ 993 h 1062"/>
              <a:gd name="T50" fmla="*/ 864 w 1062"/>
              <a:gd name="T51" fmla="*/ 982 h 1062"/>
              <a:gd name="T52" fmla="*/ 847 w 1062"/>
              <a:gd name="T53" fmla="*/ 936 h 1062"/>
              <a:gd name="T54" fmla="*/ 836 w 1062"/>
              <a:gd name="T55" fmla="*/ 882 h 1062"/>
              <a:gd name="T56" fmla="*/ 822 w 1062"/>
              <a:gd name="T57" fmla="*/ 861 h 1062"/>
              <a:gd name="T58" fmla="*/ 686 w 1062"/>
              <a:gd name="T59" fmla="*/ 907 h 1062"/>
              <a:gd name="T60" fmla="*/ 531 w 1062"/>
              <a:gd name="T61" fmla="*/ 1062 h 1062"/>
              <a:gd name="T62" fmla="*/ 378 w 1062"/>
              <a:gd name="T63" fmla="*/ 908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2" h="1062">
                <a:moveTo>
                  <a:pt x="378" y="908"/>
                </a:moveTo>
                <a:cubicBezTo>
                  <a:pt x="346" y="876"/>
                  <a:pt x="337" y="859"/>
                  <a:pt x="335" y="852"/>
                </a:cubicBezTo>
                <a:cubicBezTo>
                  <a:pt x="348" y="848"/>
                  <a:pt x="360" y="847"/>
                  <a:pt x="372" y="845"/>
                </a:cubicBezTo>
                <a:cubicBezTo>
                  <a:pt x="402" y="842"/>
                  <a:pt x="436" y="839"/>
                  <a:pt x="470" y="791"/>
                </a:cubicBezTo>
                <a:cubicBezTo>
                  <a:pt x="510" y="737"/>
                  <a:pt x="502" y="663"/>
                  <a:pt x="451" y="611"/>
                </a:cubicBezTo>
                <a:cubicBezTo>
                  <a:pt x="399" y="560"/>
                  <a:pt x="326" y="552"/>
                  <a:pt x="271" y="592"/>
                </a:cubicBezTo>
                <a:cubicBezTo>
                  <a:pt x="223" y="627"/>
                  <a:pt x="220" y="660"/>
                  <a:pt x="217" y="690"/>
                </a:cubicBezTo>
                <a:cubicBezTo>
                  <a:pt x="216" y="703"/>
                  <a:pt x="215" y="715"/>
                  <a:pt x="210" y="727"/>
                </a:cubicBezTo>
                <a:cubicBezTo>
                  <a:pt x="205" y="726"/>
                  <a:pt x="193" y="720"/>
                  <a:pt x="173" y="703"/>
                </a:cubicBezTo>
                <a:cubicBezTo>
                  <a:pt x="164" y="694"/>
                  <a:pt x="164" y="694"/>
                  <a:pt x="164" y="694"/>
                </a:cubicBezTo>
                <a:cubicBezTo>
                  <a:pt x="0" y="531"/>
                  <a:pt x="0" y="531"/>
                  <a:pt x="0" y="531"/>
                </a:cubicBezTo>
                <a:cubicBezTo>
                  <a:pt x="155" y="376"/>
                  <a:pt x="155" y="376"/>
                  <a:pt x="155" y="376"/>
                </a:cubicBezTo>
                <a:cubicBezTo>
                  <a:pt x="159" y="372"/>
                  <a:pt x="163" y="369"/>
                  <a:pt x="167" y="365"/>
                </a:cubicBezTo>
                <a:cubicBezTo>
                  <a:pt x="167" y="365"/>
                  <a:pt x="167" y="365"/>
                  <a:pt x="167" y="365"/>
                </a:cubicBezTo>
                <a:cubicBezTo>
                  <a:pt x="532" y="0"/>
                  <a:pt x="532" y="0"/>
                  <a:pt x="532" y="0"/>
                </a:cubicBezTo>
                <a:cubicBezTo>
                  <a:pt x="1062" y="531"/>
                  <a:pt x="1062" y="531"/>
                  <a:pt x="1062" y="531"/>
                </a:cubicBezTo>
                <a:cubicBezTo>
                  <a:pt x="911" y="682"/>
                  <a:pt x="911" y="682"/>
                  <a:pt x="911" y="682"/>
                </a:cubicBezTo>
                <a:cubicBezTo>
                  <a:pt x="884" y="710"/>
                  <a:pt x="866" y="733"/>
                  <a:pt x="857" y="753"/>
                </a:cubicBezTo>
                <a:cubicBezTo>
                  <a:pt x="842" y="788"/>
                  <a:pt x="855" y="809"/>
                  <a:pt x="865" y="819"/>
                </a:cubicBezTo>
                <a:cubicBezTo>
                  <a:pt x="870" y="824"/>
                  <a:pt x="877" y="829"/>
                  <a:pt x="886" y="832"/>
                </a:cubicBezTo>
                <a:cubicBezTo>
                  <a:pt x="906" y="840"/>
                  <a:pt x="925" y="841"/>
                  <a:pt x="940" y="843"/>
                </a:cubicBezTo>
                <a:cubicBezTo>
                  <a:pt x="960" y="845"/>
                  <a:pt x="972" y="846"/>
                  <a:pt x="986" y="860"/>
                </a:cubicBezTo>
                <a:cubicBezTo>
                  <a:pt x="990" y="864"/>
                  <a:pt x="993" y="868"/>
                  <a:pt x="997" y="873"/>
                </a:cubicBezTo>
                <a:cubicBezTo>
                  <a:pt x="1025" y="912"/>
                  <a:pt x="1007" y="954"/>
                  <a:pt x="982" y="979"/>
                </a:cubicBezTo>
                <a:cubicBezTo>
                  <a:pt x="958" y="1003"/>
                  <a:pt x="916" y="1022"/>
                  <a:pt x="877" y="993"/>
                </a:cubicBezTo>
                <a:cubicBezTo>
                  <a:pt x="872" y="990"/>
                  <a:pt x="867" y="986"/>
                  <a:pt x="864" y="982"/>
                </a:cubicBezTo>
                <a:cubicBezTo>
                  <a:pt x="850" y="968"/>
                  <a:pt x="849" y="957"/>
                  <a:pt x="847" y="936"/>
                </a:cubicBezTo>
                <a:cubicBezTo>
                  <a:pt x="845" y="921"/>
                  <a:pt x="843" y="903"/>
                  <a:pt x="836" y="882"/>
                </a:cubicBezTo>
                <a:cubicBezTo>
                  <a:pt x="832" y="874"/>
                  <a:pt x="828" y="866"/>
                  <a:pt x="822" y="861"/>
                </a:cubicBezTo>
                <a:cubicBezTo>
                  <a:pt x="777" y="816"/>
                  <a:pt x="708" y="885"/>
                  <a:pt x="686" y="907"/>
                </a:cubicBezTo>
                <a:cubicBezTo>
                  <a:pt x="531" y="1062"/>
                  <a:pt x="531" y="1062"/>
                  <a:pt x="531" y="1062"/>
                </a:cubicBezTo>
                <a:lnTo>
                  <a:pt x="378" y="908"/>
                </a:lnTo>
                <a:close/>
              </a:path>
            </a:pathLst>
          </a:custGeom>
          <a:solidFill>
            <a:srgbClr val="6A93FF"/>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90204" pitchFamily="34" charset="0"/>
              <a:ea typeface="微软雅黑" panose="020B0503020204020204" pitchFamily="34" charset="-122"/>
              <a:sym typeface="Arial" panose="020B0604020202090204" pitchFamily="34" charset="0"/>
            </a:endParaRPr>
          </a:p>
        </p:txBody>
      </p:sp>
      <p:sp>
        <p:nvSpPr>
          <p:cNvPr id="6" name="Freeform 7"/>
          <p:cNvSpPr/>
          <p:nvPr>
            <p:custDataLst>
              <p:tags r:id="rId8"/>
            </p:custDataLst>
          </p:nvPr>
        </p:nvSpPr>
        <p:spPr bwMode="auto">
          <a:xfrm>
            <a:off x="4609465" y="3447415"/>
            <a:ext cx="1467485" cy="1467485"/>
          </a:xfrm>
          <a:custGeom>
            <a:avLst/>
            <a:gdLst>
              <a:gd name="T0" fmla="*/ 814 w 1143"/>
              <a:gd name="T1" fmla="*/ 656 h 1143"/>
              <a:gd name="T2" fmla="*/ 866 w 1143"/>
              <a:gd name="T3" fmla="*/ 781 h 1143"/>
              <a:gd name="T4" fmla="*/ 969 w 1143"/>
              <a:gd name="T5" fmla="*/ 745 h 1143"/>
              <a:gd name="T6" fmla="*/ 1143 w 1143"/>
              <a:gd name="T7" fmla="*/ 572 h 1143"/>
              <a:gd name="T8" fmla="*/ 968 w 1143"/>
              <a:gd name="T9" fmla="*/ 397 h 1143"/>
              <a:gd name="T10" fmla="*/ 932 w 1143"/>
              <a:gd name="T11" fmla="*/ 294 h 1143"/>
              <a:gd name="T12" fmla="*/ 1057 w 1143"/>
              <a:gd name="T13" fmla="*/ 243 h 1143"/>
              <a:gd name="T14" fmla="*/ 896 w 1143"/>
              <a:gd name="T15" fmla="*/ 83 h 1143"/>
              <a:gd name="T16" fmla="*/ 845 w 1143"/>
              <a:gd name="T17" fmla="*/ 207 h 1143"/>
              <a:gd name="T18" fmla="*/ 743 w 1143"/>
              <a:gd name="T19" fmla="*/ 172 h 1143"/>
              <a:gd name="T20" fmla="*/ 571 w 1143"/>
              <a:gd name="T21" fmla="*/ 0 h 1143"/>
              <a:gd name="T22" fmla="*/ 0 w 1143"/>
              <a:gd name="T23" fmla="*/ 572 h 1143"/>
              <a:gd name="T24" fmla="*/ 184 w 1143"/>
              <a:gd name="T25" fmla="*/ 755 h 1143"/>
              <a:gd name="T26" fmla="*/ 227 w 1143"/>
              <a:gd name="T27" fmla="*/ 798 h 1143"/>
              <a:gd name="T28" fmla="*/ 384 w 1143"/>
              <a:gd name="T29" fmla="*/ 956 h 1143"/>
              <a:gd name="T30" fmla="*/ 396 w 1143"/>
              <a:gd name="T31" fmla="*/ 969 h 1143"/>
              <a:gd name="T32" fmla="*/ 571 w 1143"/>
              <a:gd name="T33" fmla="*/ 1143 h 1143"/>
              <a:gd name="T34" fmla="*/ 571 w 1143"/>
              <a:gd name="T35" fmla="*/ 1143 h 1143"/>
              <a:gd name="T36" fmla="*/ 745 w 1143"/>
              <a:gd name="T37" fmla="*/ 970 h 1143"/>
              <a:gd name="T38" fmla="*/ 765 w 1143"/>
              <a:gd name="T39" fmla="*/ 949 h 1143"/>
              <a:gd name="T40" fmla="*/ 764 w 1143"/>
              <a:gd name="T41" fmla="*/ 949 h 1143"/>
              <a:gd name="T42" fmla="*/ 780 w 1143"/>
              <a:gd name="T43" fmla="*/ 867 h 1143"/>
              <a:gd name="T44" fmla="*/ 655 w 1143"/>
              <a:gd name="T45" fmla="*/ 815 h 1143"/>
              <a:gd name="T46" fmla="*/ 814 w 1143"/>
              <a:gd name="T47" fmla="*/ 656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814" y="656"/>
                </a:moveTo>
                <a:cubicBezTo>
                  <a:pt x="871" y="697"/>
                  <a:pt x="847" y="730"/>
                  <a:pt x="866" y="781"/>
                </a:cubicBezTo>
                <a:cubicBezTo>
                  <a:pt x="877" y="807"/>
                  <a:pt x="907" y="808"/>
                  <a:pt x="969" y="745"/>
                </a:cubicBezTo>
                <a:cubicBezTo>
                  <a:pt x="1143" y="572"/>
                  <a:pt x="1143" y="572"/>
                  <a:pt x="1143" y="572"/>
                </a:cubicBezTo>
                <a:cubicBezTo>
                  <a:pt x="968" y="397"/>
                  <a:pt x="968" y="397"/>
                  <a:pt x="968" y="397"/>
                </a:cubicBezTo>
                <a:cubicBezTo>
                  <a:pt x="905" y="334"/>
                  <a:pt x="905" y="304"/>
                  <a:pt x="932" y="294"/>
                </a:cubicBezTo>
                <a:cubicBezTo>
                  <a:pt x="983" y="275"/>
                  <a:pt x="1016" y="300"/>
                  <a:pt x="1057" y="243"/>
                </a:cubicBezTo>
                <a:cubicBezTo>
                  <a:pt x="1127" y="147"/>
                  <a:pt x="993" y="12"/>
                  <a:pt x="896" y="83"/>
                </a:cubicBezTo>
                <a:cubicBezTo>
                  <a:pt x="840" y="124"/>
                  <a:pt x="864" y="157"/>
                  <a:pt x="845" y="207"/>
                </a:cubicBezTo>
                <a:cubicBezTo>
                  <a:pt x="835" y="234"/>
                  <a:pt x="805" y="234"/>
                  <a:pt x="743" y="172"/>
                </a:cubicBezTo>
                <a:cubicBezTo>
                  <a:pt x="571" y="0"/>
                  <a:pt x="571" y="0"/>
                  <a:pt x="571" y="0"/>
                </a:cubicBezTo>
                <a:cubicBezTo>
                  <a:pt x="0" y="572"/>
                  <a:pt x="0" y="572"/>
                  <a:pt x="0" y="572"/>
                </a:cubicBezTo>
                <a:cubicBezTo>
                  <a:pt x="184" y="755"/>
                  <a:pt x="184" y="755"/>
                  <a:pt x="184" y="755"/>
                </a:cubicBezTo>
                <a:cubicBezTo>
                  <a:pt x="227" y="798"/>
                  <a:pt x="227" y="798"/>
                  <a:pt x="227" y="798"/>
                </a:cubicBezTo>
                <a:cubicBezTo>
                  <a:pt x="384" y="956"/>
                  <a:pt x="384" y="956"/>
                  <a:pt x="384" y="956"/>
                </a:cubicBezTo>
                <a:cubicBezTo>
                  <a:pt x="388" y="960"/>
                  <a:pt x="392" y="964"/>
                  <a:pt x="396" y="969"/>
                </a:cubicBezTo>
                <a:cubicBezTo>
                  <a:pt x="571" y="1143"/>
                  <a:pt x="571" y="1143"/>
                  <a:pt x="571" y="1143"/>
                </a:cubicBezTo>
                <a:cubicBezTo>
                  <a:pt x="571" y="1143"/>
                  <a:pt x="571" y="1143"/>
                  <a:pt x="571" y="1143"/>
                </a:cubicBezTo>
                <a:cubicBezTo>
                  <a:pt x="745" y="970"/>
                  <a:pt x="745" y="970"/>
                  <a:pt x="745" y="970"/>
                </a:cubicBezTo>
                <a:cubicBezTo>
                  <a:pt x="765" y="949"/>
                  <a:pt x="765" y="949"/>
                  <a:pt x="765" y="949"/>
                </a:cubicBezTo>
                <a:cubicBezTo>
                  <a:pt x="764" y="949"/>
                  <a:pt x="764" y="949"/>
                  <a:pt x="764" y="949"/>
                </a:cubicBezTo>
                <a:cubicBezTo>
                  <a:pt x="807" y="900"/>
                  <a:pt x="804" y="876"/>
                  <a:pt x="780" y="867"/>
                </a:cubicBezTo>
                <a:cubicBezTo>
                  <a:pt x="729" y="848"/>
                  <a:pt x="697" y="872"/>
                  <a:pt x="655" y="815"/>
                </a:cubicBezTo>
                <a:cubicBezTo>
                  <a:pt x="584" y="718"/>
                  <a:pt x="717" y="585"/>
                  <a:pt x="814" y="656"/>
                </a:cubicBezTo>
                <a:close/>
              </a:path>
            </a:pathLst>
          </a:custGeom>
          <a:solidFill>
            <a:srgbClr val="2864FF"/>
          </a:solidFill>
          <a:ln>
            <a:noFill/>
          </a:ln>
        </p:spPr>
        <p:txBody>
          <a:bodyPr vert="horz" wrap="square" lIns="90000" tIns="46800" rIns="90000" bIns="46800" numCol="1" anchor="t" anchorCtr="0" compatLnSpc="1">
            <a:normAutofit/>
          </a:bodyPr>
          <a:lstStyle/>
          <a:p>
            <a:pPr>
              <a:lnSpc>
                <a:spcPct val="120000"/>
              </a:lnSpc>
            </a:pPr>
            <a:endParaRPr lang="id-ID" sz="1200">
              <a:solidFill>
                <a:srgbClr val="2864FF"/>
              </a:solidFill>
              <a:latin typeface="Arial" panose="020B0604020202090204" pitchFamily="34" charset="0"/>
              <a:ea typeface="微软雅黑" panose="020B0503020204020204" pitchFamily="34" charset="-122"/>
              <a:sym typeface="Arial" panose="020B0604020202090204" pitchFamily="34" charset="0"/>
            </a:endParaRPr>
          </a:p>
        </p:txBody>
      </p:sp>
      <p:sp>
        <p:nvSpPr>
          <p:cNvPr id="7" name="Freeform 6"/>
          <p:cNvSpPr/>
          <p:nvPr>
            <p:custDataLst>
              <p:tags r:id="rId9"/>
            </p:custDataLst>
          </p:nvPr>
        </p:nvSpPr>
        <p:spPr bwMode="auto">
          <a:xfrm rot="10800000">
            <a:off x="5608955" y="4462780"/>
            <a:ext cx="1364615" cy="1363345"/>
          </a:xfrm>
          <a:custGeom>
            <a:avLst/>
            <a:gdLst>
              <a:gd name="T0" fmla="*/ 378 w 1062"/>
              <a:gd name="T1" fmla="*/ 908 h 1062"/>
              <a:gd name="T2" fmla="*/ 335 w 1062"/>
              <a:gd name="T3" fmla="*/ 852 h 1062"/>
              <a:gd name="T4" fmla="*/ 372 w 1062"/>
              <a:gd name="T5" fmla="*/ 845 h 1062"/>
              <a:gd name="T6" fmla="*/ 470 w 1062"/>
              <a:gd name="T7" fmla="*/ 791 h 1062"/>
              <a:gd name="T8" fmla="*/ 451 w 1062"/>
              <a:gd name="T9" fmla="*/ 611 h 1062"/>
              <a:gd name="T10" fmla="*/ 271 w 1062"/>
              <a:gd name="T11" fmla="*/ 592 h 1062"/>
              <a:gd name="T12" fmla="*/ 217 w 1062"/>
              <a:gd name="T13" fmla="*/ 690 h 1062"/>
              <a:gd name="T14" fmla="*/ 210 w 1062"/>
              <a:gd name="T15" fmla="*/ 727 h 1062"/>
              <a:gd name="T16" fmla="*/ 173 w 1062"/>
              <a:gd name="T17" fmla="*/ 703 h 1062"/>
              <a:gd name="T18" fmla="*/ 164 w 1062"/>
              <a:gd name="T19" fmla="*/ 694 h 1062"/>
              <a:gd name="T20" fmla="*/ 0 w 1062"/>
              <a:gd name="T21" fmla="*/ 531 h 1062"/>
              <a:gd name="T22" fmla="*/ 155 w 1062"/>
              <a:gd name="T23" fmla="*/ 376 h 1062"/>
              <a:gd name="T24" fmla="*/ 167 w 1062"/>
              <a:gd name="T25" fmla="*/ 365 h 1062"/>
              <a:gd name="T26" fmla="*/ 167 w 1062"/>
              <a:gd name="T27" fmla="*/ 365 h 1062"/>
              <a:gd name="T28" fmla="*/ 532 w 1062"/>
              <a:gd name="T29" fmla="*/ 0 h 1062"/>
              <a:gd name="T30" fmla="*/ 1062 w 1062"/>
              <a:gd name="T31" fmla="*/ 531 h 1062"/>
              <a:gd name="T32" fmla="*/ 911 w 1062"/>
              <a:gd name="T33" fmla="*/ 682 h 1062"/>
              <a:gd name="T34" fmla="*/ 857 w 1062"/>
              <a:gd name="T35" fmla="*/ 753 h 1062"/>
              <a:gd name="T36" fmla="*/ 865 w 1062"/>
              <a:gd name="T37" fmla="*/ 819 h 1062"/>
              <a:gd name="T38" fmla="*/ 886 w 1062"/>
              <a:gd name="T39" fmla="*/ 832 h 1062"/>
              <a:gd name="T40" fmla="*/ 940 w 1062"/>
              <a:gd name="T41" fmla="*/ 843 h 1062"/>
              <a:gd name="T42" fmla="*/ 986 w 1062"/>
              <a:gd name="T43" fmla="*/ 860 h 1062"/>
              <a:gd name="T44" fmla="*/ 997 w 1062"/>
              <a:gd name="T45" fmla="*/ 873 h 1062"/>
              <a:gd name="T46" fmla="*/ 982 w 1062"/>
              <a:gd name="T47" fmla="*/ 979 h 1062"/>
              <a:gd name="T48" fmla="*/ 877 w 1062"/>
              <a:gd name="T49" fmla="*/ 993 h 1062"/>
              <a:gd name="T50" fmla="*/ 864 w 1062"/>
              <a:gd name="T51" fmla="*/ 982 h 1062"/>
              <a:gd name="T52" fmla="*/ 847 w 1062"/>
              <a:gd name="T53" fmla="*/ 936 h 1062"/>
              <a:gd name="T54" fmla="*/ 836 w 1062"/>
              <a:gd name="T55" fmla="*/ 882 h 1062"/>
              <a:gd name="T56" fmla="*/ 822 w 1062"/>
              <a:gd name="T57" fmla="*/ 861 h 1062"/>
              <a:gd name="T58" fmla="*/ 686 w 1062"/>
              <a:gd name="T59" fmla="*/ 907 h 1062"/>
              <a:gd name="T60" fmla="*/ 531 w 1062"/>
              <a:gd name="T61" fmla="*/ 1062 h 1062"/>
              <a:gd name="T62" fmla="*/ 378 w 1062"/>
              <a:gd name="T63" fmla="*/ 908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2" h="1062">
                <a:moveTo>
                  <a:pt x="378" y="908"/>
                </a:moveTo>
                <a:cubicBezTo>
                  <a:pt x="346" y="876"/>
                  <a:pt x="337" y="859"/>
                  <a:pt x="335" y="852"/>
                </a:cubicBezTo>
                <a:cubicBezTo>
                  <a:pt x="348" y="848"/>
                  <a:pt x="360" y="847"/>
                  <a:pt x="372" y="845"/>
                </a:cubicBezTo>
                <a:cubicBezTo>
                  <a:pt x="402" y="842"/>
                  <a:pt x="436" y="839"/>
                  <a:pt x="470" y="791"/>
                </a:cubicBezTo>
                <a:cubicBezTo>
                  <a:pt x="510" y="737"/>
                  <a:pt x="502" y="663"/>
                  <a:pt x="451" y="611"/>
                </a:cubicBezTo>
                <a:cubicBezTo>
                  <a:pt x="399" y="560"/>
                  <a:pt x="326" y="552"/>
                  <a:pt x="271" y="592"/>
                </a:cubicBezTo>
                <a:cubicBezTo>
                  <a:pt x="223" y="627"/>
                  <a:pt x="220" y="660"/>
                  <a:pt x="217" y="690"/>
                </a:cubicBezTo>
                <a:cubicBezTo>
                  <a:pt x="216" y="703"/>
                  <a:pt x="215" y="715"/>
                  <a:pt x="210" y="727"/>
                </a:cubicBezTo>
                <a:cubicBezTo>
                  <a:pt x="205" y="726"/>
                  <a:pt x="193" y="720"/>
                  <a:pt x="173" y="703"/>
                </a:cubicBezTo>
                <a:cubicBezTo>
                  <a:pt x="164" y="694"/>
                  <a:pt x="164" y="694"/>
                  <a:pt x="164" y="694"/>
                </a:cubicBezTo>
                <a:cubicBezTo>
                  <a:pt x="0" y="531"/>
                  <a:pt x="0" y="531"/>
                  <a:pt x="0" y="531"/>
                </a:cubicBezTo>
                <a:cubicBezTo>
                  <a:pt x="155" y="376"/>
                  <a:pt x="155" y="376"/>
                  <a:pt x="155" y="376"/>
                </a:cubicBezTo>
                <a:cubicBezTo>
                  <a:pt x="159" y="372"/>
                  <a:pt x="163" y="369"/>
                  <a:pt x="167" y="365"/>
                </a:cubicBezTo>
                <a:cubicBezTo>
                  <a:pt x="167" y="365"/>
                  <a:pt x="167" y="365"/>
                  <a:pt x="167" y="365"/>
                </a:cubicBezTo>
                <a:cubicBezTo>
                  <a:pt x="532" y="0"/>
                  <a:pt x="532" y="0"/>
                  <a:pt x="532" y="0"/>
                </a:cubicBezTo>
                <a:cubicBezTo>
                  <a:pt x="1062" y="531"/>
                  <a:pt x="1062" y="531"/>
                  <a:pt x="1062" y="531"/>
                </a:cubicBezTo>
                <a:cubicBezTo>
                  <a:pt x="911" y="682"/>
                  <a:pt x="911" y="682"/>
                  <a:pt x="911" y="682"/>
                </a:cubicBezTo>
                <a:cubicBezTo>
                  <a:pt x="884" y="710"/>
                  <a:pt x="866" y="733"/>
                  <a:pt x="857" y="753"/>
                </a:cubicBezTo>
                <a:cubicBezTo>
                  <a:pt x="842" y="788"/>
                  <a:pt x="855" y="809"/>
                  <a:pt x="865" y="819"/>
                </a:cubicBezTo>
                <a:cubicBezTo>
                  <a:pt x="870" y="824"/>
                  <a:pt x="877" y="829"/>
                  <a:pt x="886" y="832"/>
                </a:cubicBezTo>
                <a:cubicBezTo>
                  <a:pt x="906" y="840"/>
                  <a:pt x="925" y="841"/>
                  <a:pt x="940" y="843"/>
                </a:cubicBezTo>
                <a:cubicBezTo>
                  <a:pt x="960" y="845"/>
                  <a:pt x="972" y="846"/>
                  <a:pt x="986" y="860"/>
                </a:cubicBezTo>
                <a:cubicBezTo>
                  <a:pt x="990" y="864"/>
                  <a:pt x="993" y="868"/>
                  <a:pt x="997" y="873"/>
                </a:cubicBezTo>
                <a:cubicBezTo>
                  <a:pt x="1025" y="912"/>
                  <a:pt x="1007" y="954"/>
                  <a:pt x="982" y="979"/>
                </a:cubicBezTo>
                <a:cubicBezTo>
                  <a:pt x="958" y="1003"/>
                  <a:pt x="916" y="1022"/>
                  <a:pt x="877" y="993"/>
                </a:cubicBezTo>
                <a:cubicBezTo>
                  <a:pt x="872" y="990"/>
                  <a:pt x="867" y="986"/>
                  <a:pt x="864" y="982"/>
                </a:cubicBezTo>
                <a:cubicBezTo>
                  <a:pt x="850" y="968"/>
                  <a:pt x="849" y="957"/>
                  <a:pt x="847" y="936"/>
                </a:cubicBezTo>
                <a:cubicBezTo>
                  <a:pt x="845" y="921"/>
                  <a:pt x="843" y="903"/>
                  <a:pt x="836" y="882"/>
                </a:cubicBezTo>
                <a:cubicBezTo>
                  <a:pt x="832" y="874"/>
                  <a:pt x="828" y="866"/>
                  <a:pt x="822" y="861"/>
                </a:cubicBezTo>
                <a:cubicBezTo>
                  <a:pt x="777" y="816"/>
                  <a:pt x="708" y="885"/>
                  <a:pt x="686" y="907"/>
                </a:cubicBezTo>
                <a:cubicBezTo>
                  <a:pt x="531" y="1062"/>
                  <a:pt x="531" y="1062"/>
                  <a:pt x="531" y="1062"/>
                </a:cubicBezTo>
                <a:lnTo>
                  <a:pt x="378" y="908"/>
                </a:lnTo>
                <a:close/>
              </a:path>
            </a:pathLst>
          </a:custGeom>
          <a:solidFill>
            <a:schemeClr val="accent4"/>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90204" pitchFamily="34" charset="0"/>
              <a:ea typeface="微软雅黑" panose="020B0503020204020204" pitchFamily="34" charset="-122"/>
              <a:sym typeface="Arial" panose="020B0604020202090204" pitchFamily="34" charset="0"/>
            </a:endParaRPr>
          </a:p>
        </p:txBody>
      </p:sp>
      <p:sp>
        <p:nvSpPr>
          <p:cNvPr id="20" name="TextBox 19"/>
          <p:cNvSpPr txBox="1">
            <a:spLocks noChangeAspect="1"/>
          </p:cNvSpPr>
          <p:nvPr>
            <p:custDataLst>
              <p:tags r:id="rId10"/>
            </p:custDataLst>
          </p:nvPr>
        </p:nvSpPr>
        <p:spPr>
          <a:xfrm>
            <a:off x="6003925" y="2798445"/>
            <a:ext cx="635635" cy="635635"/>
          </a:xfrm>
          <a:prstGeom prst="rect">
            <a:avLst/>
          </a:prstGeom>
          <a:noFill/>
        </p:spPr>
        <p:txBody>
          <a:bodyPr wrap="square" lIns="90000" tIns="46800" rIns="90000" bIns="46800" rtlCol="0" anchor="ctr" anchorCtr="0">
            <a:normAutofit fontScale="72500"/>
          </a:bodyPr>
          <a:lstStyle/>
          <a:p>
            <a:pPr algn="ctr">
              <a:lnSpc>
                <a:spcPct val="130000"/>
              </a:lnSpc>
            </a:pPr>
            <a:r>
              <a:rPr lang="en-US" sz="3600" dirty="0">
                <a:solidFill>
                  <a:sysClr val="window" lastClr="FFFFFF"/>
                </a:solidFill>
                <a:latin typeface="Arial" panose="020B0604020202090204" pitchFamily="34" charset="0"/>
                <a:ea typeface="微软雅黑" panose="020B0503020204020204" pitchFamily="34" charset="-122"/>
                <a:sym typeface="Arial" panose="020B0604020202090204" pitchFamily="34" charset="0"/>
              </a:rPr>
              <a:t>1</a:t>
            </a:r>
            <a:endParaRPr lang="ru-RU" sz="3600" dirty="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21" name="TextBox 20"/>
          <p:cNvSpPr txBox="1">
            <a:spLocks noChangeAspect="1"/>
          </p:cNvSpPr>
          <p:nvPr>
            <p:custDataLst>
              <p:tags r:id="rId11"/>
            </p:custDataLst>
          </p:nvPr>
        </p:nvSpPr>
        <p:spPr>
          <a:xfrm>
            <a:off x="5934075" y="4865370"/>
            <a:ext cx="635635" cy="635635"/>
          </a:xfrm>
          <a:prstGeom prst="rect">
            <a:avLst/>
          </a:prstGeom>
          <a:noFill/>
        </p:spPr>
        <p:txBody>
          <a:bodyPr wrap="square" lIns="90000" tIns="46800" rIns="90000" bIns="46800" rtlCol="0" anchor="ctr" anchorCtr="0">
            <a:normAutofit fontScale="72500"/>
          </a:bodyPr>
          <a:lstStyle/>
          <a:p>
            <a:pPr algn="ctr">
              <a:lnSpc>
                <a:spcPct val="130000"/>
              </a:lnSpc>
            </a:pPr>
            <a:r>
              <a:rPr lang="en-US" sz="3600" dirty="0">
                <a:solidFill>
                  <a:sysClr val="window" lastClr="FFFFFF"/>
                </a:solidFill>
                <a:latin typeface="Arial" panose="020B0604020202090204" pitchFamily="34" charset="0"/>
                <a:ea typeface="微软雅黑" panose="020B0503020204020204" pitchFamily="34" charset="-122"/>
                <a:sym typeface="Arial" panose="020B0604020202090204" pitchFamily="34" charset="0"/>
              </a:rPr>
              <a:t>3</a:t>
            </a:r>
            <a:endParaRPr lang="ru-RU" sz="3600" dirty="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22" name="TextBox 21"/>
          <p:cNvSpPr txBox="1">
            <a:spLocks noChangeAspect="1"/>
          </p:cNvSpPr>
          <p:nvPr>
            <p:custDataLst>
              <p:tags r:id="rId12"/>
            </p:custDataLst>
          </p:nvPr>
        </p:nvSpPr>
        <p:spPr>
          <a:xfrm>
            <a:off x="4994275" y="3832225"/>
            <a:ext cx="635635" cy="635635"/>
          </a:xfrm>
          <a:prstGeom prst="rect">
            <a:avLst/>
          </a:prstGeom>
          <a:noFill/>
        </p:spPr>
        <p:txBody>
          <a:bodyPr wrap="square" lIns="90000" tIns="46800" rIns="90000" bIns="46800" rtlCol="0" anchor="ctr" anchorCtr="0">
            <a:normAutofit fontScale="72500"/>
          </a:bodyPr>
          <a:lstStyle/>
          <a:p>
            <a:pPr algn="ctr">
              <a:lnSpc>
                <a:spcPct val="130000"/>
              </a:lnSpc>
            </a:pPr>
            <a:r>
              <a:rPr lang="en-US" sz="3600" dirty="0">
                <a:solidFill>
                  <a:sysClr val="window" lastClr="FFFFFF"/>
                </a:solidFill>
                <a:latin typeface="Arial" panose="020B0604020202090204" pitchFamily="34" charset="0"/>
                <a:ea typeface="微软雅黑" panose="020B0503020204020204" pitchFamily="34" charset="-122"/>
                <a:sym typeface="Arial" panose="020B0604020202090204" pitchFamily="34" charset="0"/>
              </a:rPr>
              <a:t>4</a:t>
            </a:r>
            <a:endParaRPr lang="ru-RU" sz="3600" dirty="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13" name="文本框 12"/>
          <p:cNvSpPr txBox="1"/>
          <p:nvPr>
            <p:custDataLst>
              <p:tags r:id="rId13"/>
            </p:custDataLst>
          </p:nvPr>
        </p:nvSpPr>
        <p:spPr>
          <a:xfrm>
            <a:off x="6973570" y="3894455"/>
            <a:ext cx="635635" cy="635635"/>
          </a:xfrm>
          <a:prstGeom prst="rect">
            <a:avLst/>
          </a:prstGeom>
          <a:noFill/>
        </p:spPr>
        <p:txBody>
          <a:bodyPr wrap="square" lIns="90000" tIns="46800" rIns="90000" bIns="46800" rtlCol="0" anchor="ctr" anchorCtr="0">
            <a:normAutofit fontScale="72500"/>
          </a:bodyPr>
          <a:lstStyle>
            <a:defPPr>
              <a:defRPr lang="zh-CN"/>
            </a:defPPr>
            <a:lvl1pPr algn="ctr">
              <a:defRPr sz="4800">
                <a:solidFill>
                  <a:sysClr val="window" lastClr="FFFFFF"/>
                </a:solidFill>
              </a:defRPr>
            </a:lvl1pPr>
          </a:lstStyle>
          <a:p>
            <a:pPr>
              <a:lnSpc>
                <a:spcPct val="130000"/>
              </a:lnSpc>
            </a:pPr>
            <a:r>
              <a:rPr lang="en-US" altLang="zh-CN" sz="3600">
                <a:latin typeface="Arial" panose="020B0604020202090204" pitchFamily="34" charset="0"/>
                <a:ea typeface="微软雅黑" panose="020B0503020204020204" pitchFamily="34" charset="-122"/>
                <a:sym typeface="Arial" panose="020B0604020202090204" pitchFamily="34" charset="0"/>
              </a:rPr>
              <a:t>2</a:t>
            </a:r>
            <a:endParaRPr lang="zh-CN" altLang="en-US" sz="3600">
              <a:latin typeface="Arial" panose="020B0604020202090204" pitchFamily="34" charset="0"/>
              <a:ea typeface="微软雅黑" panose="020B0503020204020204" pitchFamily="34" charset="-122"/>
              <a:sym typeface="Arial" panose="020B0604020202090204" pitchFamily="34" charset="0"/>
            </a:endParaRPr>
          </a:p>
        </p:txBody>
      </p:sp>
      <p:sp>
        <p:nvSpPr>
          <p:cNvPr id="19" name="文本框 18"/>
          <p:cNvSpPr txBox="1"/>
          <p:nvPr>
            <p:custDataLst>
              <p:tags r:id="rId14"/>
            </p:custDataLst>
          </p:nvPr>
        </p:nvSpPr>
        <p:spPr>
          <a:xfrm>
            <a:off x="1792605" y="1713230"/>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nSpc>
                <a:spcPct val="120000"/>
              </a:lnSpc>
            </a:pP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私钥管理</a:t>
            </a: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困难</a:t>
            </a:r>
            <a:endPar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endParaRPr>
          </a:p>
        </p:txBody>
      </p:sp>
      <p:sp>
        <p:nvSpPr>
          <p:cNvPr id="24" name="文本框 23"/>
          <p:cNvSpPr txBox="1"/>
          <p:nvPr>
            <p:custDataLst>
              <p:tags r:id="rId15"/>
            </p:custDataLst>
          </p:nvPr>
        </p:nvSpPr>
        <p:spPr>
          <a:xfrm>
            <a:off x="541655" y="3800475"/>
            <a:ext cx="296418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nSpc>
                <a:spcPct val="120000"/>
              </a:lnSpc>
            </a:pP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入门门槛</a:t>
            </a: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高</a:t>
            </a:r>
            <a:endPar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endParaRPr>
          </a:p>
        </p:txBody>
      </p:sp>
      <p:sp>
        <p:nvSpPr>
          <p:cNvPr id="30" name="文本框 29"/>
          <p:cNvSpPr txBox="1"/>
          <p:nvPr>
            <p:custDataLst>
              <p:tags r:id="rId16"/>
            </p:custDataLst>
          </p:nvPr>
        </p:nvSpPr>
        <p:spPr>
          <a:xfrm>
            <a:off x="8641703" y="2753360"/>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gn="l">
              <a:lnSpc>
                <a:spcPct val="120000"/>
              </a:lnSpc>
            </a:pP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账户权限管理</a:t>
            </a: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极端</a:t>
            </a:r>
            <a:endPar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endParaRPr>
          </a:p>
        </p:txBody>
      </p:sp>
      <p:sp>
        <p:nvSpPr>
          <p:cNvPr id="32" name="文本框 31"/>
          <p:cNvSpPr txBox="1"/>
          <p:nvPr>
            <p:custDataLst>
              <p:tags r:id="rId17"/>
            </p:custDataLst>
          </p:nvPr>
        </p:nvSpPr>
        <p:spPr>
          <a:xfrm>
            <a:off x="8001635" y="4852261"/>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gn="l">
              <a:lnSpc>
                <a:spcPct val="120000"/>
              </a:lnSpc>
            </a:pP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缺乏</a:t>
            </a:r>
            <a:r>
              <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rPr>
              <a:t>定制化</a:t>
            </a:r>
            <a:endParaRPr lang="zh-CN" altLang="en-US" sz="1800" spc="300">
              <a:solidFill>
                <a:sysClr val="windowText" lastClr="000000"/>
              </a:solidFill>
              <a:latin typeface="Arial" panose="020B0604020202090204" pitchFamily="34" charset="0"/>
              <a:ea typeface="微软雅黑" panose="020B0503020204020204" pitchFamily="34" charset="-122"/>
              <a:sym typeface="Arial" panose="020B0604020202090204" pitchFamily="34" charset="0"/>
            </a:endParaRPr>
          </a:p>
        </p:txBody>
      </p:sp>
      <p:sp>
        <p:nvSpPr>
          <p:cNvPr id="8" name="文本框 7"/>
          <p:cNvSpPr txBox="1"/>
          <p:nvPr/>
        </p:nvSpPr>
        <p:spPr>
          <a:xfrm>
            <a:off x="3187700" y="973455"/>
            <a:ext cx="609600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en-US" altLang="zh-CN" sz="20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EOA</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和</a:t>
            </a:r>
            <a:r>
              <a:rPr lang="en-US" altLang="zh-CN" sz="20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CA</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两类账户在设计上给用户带来的</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困扰</a:t>
            </a:r>
            <a:endPar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9" name="文本框 8"/>
          <p:cNvSpPr txBox="1"/>
          <p:nvPr/>
        </p:nvSpPr>
        <p:spPr>
          <a:xfrm>
            <a:off x="8641715" y="3279140"/>
            <a:ext cx="3219450" cy="901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10000"/>
              </a:lnSpc>
              <a:spcBef>
                <a:spcPts val="0"/>
              </a:spcBef>
              <a:spcAft>
                <a:spcPts val="0"/>
              </a:spcAft>
              <a:buClrTx/>
              <a:buSzTx/>
              <a:buFontTx/>
              <a:buNone/>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用户对账户的权限只有0和1两种状态，要么无权限，要么完全控制，没有中间过渡状态；</a:t>
            </a:r>
            <a:endParaRPr lang="zh-CN" altLang="en-US" sz="1600" dirty="0" smtClean="0">
              <a:solidFill>
                <a:schemeClr val="tx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10" name="文本框 9"/>
          <p:cNvSpPr txBox="1"/>
          <p:nvPr/>
        </p:nvSpPr>
        <p:spPr>
          <a:xfrm>
            <a:off x="1337310" y="2239645"/>
            <a:ext cx="3243580" cy="901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algn="l">
              <a:lnSpc>
                <a:spcPct val="110000"/>
              </a:lnSpc>
            </a:pPr>
            <a:r>
              <a:rPr lang="zh-CN" altLang="en-US" sz="1600" spc="150" dirty="0">
                <a:solidFill>
                  <a:schemeClr val="tx1"/>
                </a:solidFill>
                <a:latin typeface="Arial" panose="020B0604020202090204" pitchFamily="34" charset="0"/>
                <a:ea typeface="微软雅黑" panose="020B0503020204020204" pitchFamily="34" charset="-122"/>
                <a:sym typeface="Arial" panose="020B0604020202090204" pitchFamily="34" charset="0"/>
              </a:rPr>
              <a:t>EOA账户依赖于私钥的控制，私钥如果被泄露或丢失，将导致对账户资产的失去控制。</a:t>
            </a:r>
            <a:endParaRPr lang="zh-CN" altLang="en-US" sz="1600" spc="150" dirty="0">
              <a:solidFill>
                <a:schemeClr val="tx1"/>
              </a:solidFill>
              <a:latin typeface="Arial" panose="020B0604020202090204" pitchFamily="34" charset="0"/>
              <a:ea typeface="微软雅黑" panose="020B0503020204020204" pitchFamily="34" charset="-122"/>
              <a:sym typeface="Arial" panose="020B0604020202090204" pitchFamily="34" charset="0"/>
            </a:endParaRPr>
          </a:p>
        </p:txBody>
      </p:sp>
      <p:sp>
        <p:nvSpPr>
          <p:cNvPr id="11" name="文本框 10"/>
          <p:cNvSpPr txBox="1"/>
          <p:nvPr/>
        </p:nvSpPr>
        <p:spPr>
          <a:xfrm>
            <a:off x="487680" y="4340860"/>
            <a:ext cx="3660775" cy="14427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just" defTabSz="457200" rtl="0" fontAlgn="auto" latinLnBrk="0" hangingPunct="0">
              <a:lnSpc>
                <a:spcPct val="110000"/>
              </a:lnSpc>
              <a:spcBef>
                <a:spcPts val="0"/>
              </a:spcBef>
              <a:spcAft>
                <a:spcPts val="0"/>
              </a:spcAft>
              <a:buClrTx/>
              <a:buSzTx/>
              <a:buFontTx/>
              <a:buNone/>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想要在以太坊等区块链上完成交易，用户需要对私钥、公钥、助记词、Gas等概念有着基础的了解。此外，用户还必须首先获得一定量的资产（用于支付和Gas开销），才能在区块链上进行活动</a:t>
            </a:r>
            <a:endParaRPr lang="zh-CN" altLang="en-US" sz="1600" dirty="0" smtClean="0">
              <a:solidFill>
                <a:schemeClr val="tx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12" name="文本框 11"/>
          <p:cNvSpPr txBox="1"/>
          <p:nvPr/>
        </p:nvSpPr>
        <p:spPr>
          <a:xfrm>
            <a:off x="8002270" y="5340985"/>
            <a:ext cx="3638550" cy="6800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20000"/>
              </a:lnSpc>
              <a:spcBef>
                <a:spcPts val="0"/>
              </a:spcBef>
              <a:spcAft>
                <a:spcPts val="0"/>
              </a:spcAft>
              <a:buClrTx/>
              <a:buSzTx/>
              <a:buFontTx/>
              <a:buNone/>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用户必须手动签署每笔交易，不能自动化、</a:t>
            </a:r>
            <a:r>
              <a:rPr lang="zh-CN" altLang="en-US" sz="1600" b="1"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批量</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信息交易</a:t>
            </a:r>
            <a:endParaRPr lang="zh-CN" altLang="en-US" sz="1600" dirty="0" smtClean="0">
              <a:solidFill>
                <a:schemeClr val="tx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Tree>
    <p:custDataLst>
      <p:tags r:id="rId18"/>
    </p:custData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01"/>
          <p:cNvSpPr txBox="1"/>
          <p:nvPr/>
        </p:nvSpPr>
        <p:spPr>
          <a:xfrm>
            <a:off x="843491" y="607546"/>
            <a:ext cx="2122489" cy="1009015"/>
          </a:xfrm>
          <a:prstGeom prst="rect">
            <a:avLst/>
          </a:prstGeom>
          <a:ln w="12700">
            <a:miter lim="400000"/>
          </a:ln>
        </p:spPr>
        <p:txBody>
          <a:bodyPr lIns="0" tIns="0" rIns="0" bIns="0">
            <a:spAutoFit/>
          </a:bodyPr>
          <a:lstStyle>
            <a:lvl1pPr indent="12700" algn="just" defTabSz="914400">
              <a:lnSpc>
                <a:spcPct val="80000"/>
              </a:lnSpc>
              <a:spcBef>
                <a:spcPts val="100"/>
              </a:spcBef>
              <a:defRPr sz="82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en-US" altLang="zh-CN" dirty="0" smtClean="0">
                <a:latin typeface="Arial" panose="020B0604020202090204" pitchFamily="34" charset="0"/>
                <a:ea typeface="方正兰亭黑简体" panose="02000000000000000000" pitchFamily="2" charset="-122"/>
                <a:sym typeface="Arial" panose="020B0604020202090204" pitchFamily="34" charset="0"/>
              </a:rPr>
              <a:t>02</a:t>
            </a: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19" name="此处添加标题"/>
          <p:cNvSpPr txBox="1"/>
          <p:nvPr/>
        </p:nvSpPr>
        <p:spPr>
          <a:xfrm>
            <a:off x="843490" y="2639968"/>
            <a:ext cx="7801745" cy="707390"/>
          </a:xfrm>
          <a:prstGeom prst="rect">
            <a:avLst/>
          </a:prstGeom>
          <a:ln w="12700">
            <a:miter lim="400000"/>
          </a:ln>
        </p:spPr>
        <p:txBody>
          <a:bodyPr wrap="square" lIns="0" tIns="0" rIns="0" bIns="0">
            <a:spAutoFit/>
          </a:bodyPr>
          <a:lstStyle>
            <a:lvl1pPr indent="12700">
              <a:lnSpc>
                <a:spcPts val="5200"/>
              </a:lnSpc>
              <a:spcBef>
                <a:spcPts val="600"/>
              </a:spcBef>
              <a:defRPr sz="4600">
                <a:solidFill>
                  <a:srgbClr val="FFFFFF"/>
                </a:solidFill>
                <a:latin typeface="Source Han Sans CN Medium"/>
                <a:ea typeface="Source Han Sans CN Medium"/>
                <a:cs typeface="Source Han Sans CN Medium"/>
                <a:sym typeface="Source Han Sans CN Medium"/>
              </a:defRPr>
            </a:lvl1pPr>
          </a:lstStyle>
          <a:p>
            <a:pPr>
              <a:lnSpc>
                <a:spcPct val="100000"/>
              </a:lnSpc>
            </a:pPr>
            <a:r>
              <a:rPr lang="en-US" altLang="zh-CN" dirty="0" smtClean="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协议详</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解</a:t>
            </a:r>
            <a:endParaRPr lang="zh-CN" altLang="en-US" dirty="0" smtClean="0">
              <a:latin typeface="Arial" panose="020B0604020202090204" pitchFamily="34" charset="0"/>
              <a:ea typeface="方正兰亭黑简体" panose="02000000000000000000" pitchFamily="2" charset="-122"/>
              <a:sym typeface="Arial" panose="020B0604020202090204" pitchFamily="34" charset="0"/>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063" y="199024"/>
            <a:ext cx="2736215"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a:t>
            </a:r>
            <a:r>
              <a:rPr lang="zh-CN" altLang="en-US" dirty="0">
                <a:latin typeface="Arial" panose="020B0604020202090204" pitchFamily="34" charset="0"/>
                <a:ea typeface="方正兰亭黑简体" panose="02000000000000000000" pitchFamily="2" charset="-122"/>
                <a:sym typeface="Arial" panose="020B0604020202090204" pitchFamily="34" charset="0"/>
              </a:rPr>
              <a:t>解</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3" name="文本框 2"/>
          <p:cNvSpPr txBox="1"/>
          <p:nvPr>
            <p:custDataLst>
              <p:tags r:id="rId2"/>
            </p:custDataLst>
          </p:nvPr>
        </p:nvSpPr>
        <p:spPr>
          <a:xfrm>
            <a:off x="2618740" y="953135"/>
            <a:ext cx="1474470"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00000"/>
              </a:lnSpc>
              <a:spcBef>
                <a:spcPts val="0"/>
              </a:spcBef>
              <a:spcAft>
                <a:spcPts val="0"/>
              </a:spcAft>
              <a:buClrTx/>
              <a:buSzTx/>
              <a:buFontTx/>
              <a:buNone/>
            </a:pPr>
            <a:r>
              <a:rPr lang="zh-CN" altLang="en-US"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账户抽象</a:t>
            </a:r>
            <a:endParaRPr lang="zh-CN" altLang="en-US"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2" name="圆角矩形 1"/>
          <p:cNvSpPr/>
          <p:nvPr/>
        </p:nvSpPr>
        <p:spPr>
          <a:xfrm>
            <a:off x="6595745" y="1460500"/>
            <a:ext cx="4625340" cy="5029200"/>
          </a:xfrm>
          <a:prstGeom prst="roundRect">
            <a:avLst>
              <a:gd name="adj" fmla="val 0"/>
            </a:avLst>
          </a:prstGeom>
          <a:solidFill>
            <a:schemeClr val="bg1">
              <a:lumMod val="85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mn-ea"/>
            </a:endParaRPr>
          </a:p>
        </p:txBody>
      </p:sp>
      <p:sp>
        <p:nvSpPr>
          <p:cNvPr id="4" name="文本框 3"/>
          <p:cNvSpPr txBox="1"/>
          <p:nvPr/>
        </p:nvSpPr>
        <p:spPr>
          <a:xfrm>
            <a:off x="7792720" y="896620"/>
            <a:ext cx="2148205"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00000"/>
              </a:lnSpc>
              <a:spcBef>
                <a:spcPts val="0"/>
              </a:spcBef>
              <a:spcAft>
                <a:spcPts val="0"/>
              </a:spcAft>
              <a:buClrTx/>
              <a:buSzTx/>
              <a:buFontTx/>
              <a:buNone/>
            </a:pPr>
            <a:r>
              <a:rPr lang="en-US" altLang="zh-CN"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ERC-4337</a:t>
            </a:r>
            <a:endParaRPr lang="en-US" altLang="zh-CN"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12" name="五边形 11"/>
          <p:cNvSpPr/>
          <p:nvPr/>
        </p:nvSpPr>
        <p:spPr>
          <a:xfrm>
            <a:off x="534670" y="1460500"/>
            <a:ext cx="5653405" cy="5029200"/>
          </a:xfrm>
          <a:prstGeom prst="homePlate">
            <a:avLst>
              <a:gd name="adj" fmla="val 8213"/>
            </a:avLst>
          </a:prstGeom>
          <a:solidFill>
            <a:schemeClr val="accent2">
              <a:lumMod val="20000"/>
              <a:lumOff val="80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6" name="文本框 25"/>
          <p:cNvSpPr txBox="1"/>
          <p:nvPr/>
        </p:nvSpPr>
        <p:spPr>
          <a:xfrm>
            <a:off x="819785" y="1651000"/>
            <a:ext cx="4817745" cy="4838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10000"/>
              </a:lnSpc>
              <a:spcBef>
                <a:spcPts val="0"/>
              </a:spcBef>
              <a:spcAft>
                <a:spcPts val="0"/>
              </a:spcAft>
              <a:buClrTx/>
              <a:buSzTx/>
              <a:buFontTx/>
              <a:buNone/>
            </a:pPr>
            <a:r>
              <a:rPr lang="zh-CN" altLang="en-US" sz="1600" b="1">
                <a:solidFill>
                  <a:schemeClr val="tx1">
                    <a:lumMod val="50000"/>
                  </a:schemeClr>
                </a:solidFill>
              </a:rPr>
              <a:t>账户抽象</a:t>
            </a:r>
            <a:r>
              <a:rPr lang="zh-CN" altLang="en-US" sz="1600">
                <a:solidFill>
                  <a:schemeClr val="tx1">
                    <a:lumMod val="50000"/>
                  </a:schemeClr>
                </a:solidFill>
              </a:rPr>
              <a:t>是一项旨在改善用户与以太坊交互的提案，旨在提高以太坊账户管理和行为的灵活性。</a:t>
            </a:r>
            <a:endParaRPr lang="zh-CN" altLang="en-US" sz="1600">
              <a:solidFill>
                <a:schemeClr val="tx1">
                  <a:lumMod val="50000"/>
                </a:schemeClr>
              </a:solidFill>
            </a:endParaRPr>
          </a:p>
          <a:p>
            <a:pPr marL="0" marR="0" indent="0" algn="l" defTabSz="457200" rtl="0" fontAlgn="auto" latinLnBrk="0" hangingPunct="0">
              <a:lnSpc>
                <a:spcPct val="100000"/>
              </a:lnSpc>
              <a:spcBef>
                <a:spcPts val="0"/>
              </a:spcBef>
              <a:spcAft>
                <a:spcPts val="0"/>
              </a:spcAft>
              <a:buClrTx/>
              <a:buSzTx/>
              <a:buFontTx/>
              <a:buNone/>
            </a:pPr>
            <a:endParaRPr lang="zh-CN" altLang="en-US" sz="1600">
              <a:solidFill>
                <a:schemeClr val="tx1">
                  <a:lumMod val="50000"/>
                </a:schemeClr>
              </a:solidFill>
            </a:endParaRPr>
          </a:p>
          <a:p>
            <a:pPr marL="285750" marR="0" indent="-285750" algn="l" defTabSz="457200" rtl="0" fontAlgn="auto" latinLnBrk="0" hangingPunct="0">
              <a:lnSpc>
                <a:spcPct val="10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从网络层面来看，"账户抽象 "意味着以太坊协议看不到账户类型的细节。每个账户都只是一个智能合约，用户可以自由决定如何管理和操作单个账户；</a:t>
            </a:r>
            <a:endParaRPr lang="zh-CN" altLang="en-US" sz="1600">
              <a:solidFill>
                <a:schemeClr val="tx1">
                  <a:lumMod val="50000"/>
                </a:schemeClr>
              </a:solidFill>
            </a:endParaRPr>
          </a:p>
          <a:p>
            <a:pPr marL="285750" marR="0" indent="-285750" algn="l" defTabSz="457200" rtl="0" fontAlgn="auto" latinLnBrk="0" hangingPunct="0">
              <a:lnSpc>
                <a:spcPct val="10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从用户层面来看，"账户抽象 "意味着与以太坊账户交互的某些技术细节被隐藏在更高层次的接口之后。改进了钱包设计，大大降低了使用 web3 应用程序的复杂性；</a:t>
            </a:r>
            <a:endParaRPr lang="zh-CN" altLang="en-US" sz="1600">
              <a:solidFill>
                <a:schemeClr val="tx1">
                  <a:lumMod val="50000"/>
                </a:schemeClr>
              </a:solidFill>
            </a:endParaRPr>
          </a:p>
          <a:p>
            <a:pPr marL="285750" marR="0" indent="-285750" algn="l" defTabSz="457200" rtl="0" fontAlgn="auto" latinLnBrk="0" hangingPunct="0">
              <a:lnSpc>
                <a:spcPct val="10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从用户的角度来看，账户抽象更像是使用一个智能账户，它抽象了与区块链交互的一些细节。</a:t>
            </a:r>
            <a:endParaRPr lang="zh-CN" altLang="en-US" sz="1600">
              <a:solidFill>
                <a:schemeClr val="tx1">
                  <a:lumMod val="50000"/>
                </a:schemeClr>
              </a:solidFill>
            </a:endParaRPr>
          </a:p>
          <a:p>
            <a:pPr marR="0" algn="l" defTabSz="457200" rtl="0" fontAlgn="auto" latinLnBrk="0" hangingPunct="0">
              <a:lnSpc>
                <a:spcPct val="100000"/>
              </a:lnSpc>
              <a:spcBef>
                <a:spcPts val="0"/>
              </a:spcBef>
              <a:spcAft>
                <a:spcPts val="0"/>
              </a:spcAft>
              <a:buClrTx/>
              <a:buSzTx/>
              <a:buFont typeface="Arial" panose="020B0604020202090204" pitchFamily="34" charset="0"/>
            </a:pPr>
            <a:endParaRPr lang="zh-CN" altLang="en-US" sz="1600">
              <a:solidFill>
                <a:schemeClr val="tx1">
                  <a:lumMod val="50000"/>
                </a:schemeClr>
              </a:solidFill>
            </a:endParaRPr>
          </a:p>
          <a:p>
            <a:pPr marR="0" algn="l" defTabSz="457200" rtl="0" fontAlgn="auto" latinLnBrk="0" hangingPunct="0">
              <a:lnSpc>
                <a:spcPct val="110000"/>
              </a:lnSpc>
              <a:spcBef>
                <a:spcPts val="0"/>
              </a:spcBef>
              <a:spcAft>
                <a:spcPts val="0"/>
              </a:spcAft>
              <a:buClrTx/>
              <a:buSzTx/>
              <a:buFont typeface="Arial" panose="020B0604020202090204" pitchFamily="34" charset="0"/>
            </a:pPr>
            <a:r>
              <a:rPr lang="zh-CN" altLang="en-US" sz="1600">
                <a:solidFill>
                  <a:schemeClr val="accent1">
                    <a:lumMod val="75000"/>
                  </a:schemeClr>
                </a:solidFill>
              </a:rPr>
              <a:t>账户抽象的好处</a:t>
            </a:r>
            <a:r>
              <a:rPr lang="zh-CN" altLang="en-US" sz="1600">
                <a:solidFill>
                  <a:schemeClr val="tx1">
                    <a:lumMod val="50000"/>
                  </a:schemeClr>
                </a:solidFill>
              </a:rPr>
              <a:t>：消除了使用 web3 钱包和与 </a:t>
            </a:r>
            <a:r>
              <a:rPr lang="en-US" altLang="zh-CN" sz="1600">
                <a:solidFill>
                  <a:schemeClr val="tx1">
                    <a:lumMod val="50000"/>
                  </a:schemeClr>
                </a:solidFill>
              </a:rPr>
              <a:t>DA</a:t>
            </a:r>
            <a:r>
              <a:rPr lang="zh-CN" altLang="en-US" sz="1600">
                <a:solidFill>
                  <a:schemeClr val="tx1">
                    <a:lumMod val="50000"/>
                  </a:schemeClr>
                </a:solidFill>
              </a:rPr>
              <a:t>pps 交互时的大部分摩擦，使得 web3 更接近 web2 的使用体验，即所有用户，无论是新手还是老手，都能从相同程度的灵活性、安全性和易用性中获益。</a:t>
            </a:r>
            <a:endParaRPr lang="zh-CN" altLang="en-US" sz="1600">
              <a:solidFill>
                <a:schemeClr val="tx1">
                  <a:lumMod val="50000"/>
                </a:schemeClr>
              </a:solidFill>
            </a:endParaRPr>
          </a:p>
          <a:p>
            <a:pPr marL="285750" marR="0" indent="-285750" algn="l" defTabSz="457200" rtl="0" fontAlgn="auto" latinLnBrk="0" hangingPunct="0">
              <a:lnSpc>
                <a:spcPct val="100000"/>
              </a:lnSpc>
              <a:spcBef>
                <a:spcPts val="0"/>
              </a:spcBef>
              <a:spcAft>
                <a:spcPts val="0"/>
              </a:spcAft>
              <a:buClrTx/>
              <a:buSzTx/>
              <a:buFont typeface="Arial" panose="020B0604020202090204" pitchFamily="34" charset="0"/>
              <a:buChar char="•"/>
            </a:pPr>
            <a:endParaRPr lang="zh-CN" altLang="en-US" sz="1600">
              <a:solidFill>
                <a:schemeClr val="tx1">
                  <a:lumMod val="50000"/>
                </a:schemeClr>
              </a:solidFill>
            </a:endParaRPr>
          </a:p>
        </p:txBody>
      </p:sp>
      <p:sp>
        <p:nvSpPr>
          <p:cNvPr id="29" name="文本框 28"/>
          <p:cNvSpPr txBox="1"/>
          <p:nvPr/>
        </p:nvSpPr>
        <p:spPr>
          <a:xfrm>
            <a:off x="6762750" y="2299970"/>
            <a:ext cx="4231640" cy="8286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00000"/>
              </a:lnSpc>
              <a:spcBef>
                <a:spcPts val="0"/>
              </a:spcBef>
              <a:spcAft>
                <a:spcPts val="0"/>
              </a:spcAft>
              <a:buClrTx/>
              <a:buSzTx/>
              <a:buFontTx/>
              <a:buNone/>
            </a:pPr>
            <a:r>
              <a:rPr lang="en-US" altLang="zh-CN" sz="1600">
                <a:solidFill>
                  <a:schemeClr val="accent6">
                    <a:lumMod val="75000"/>
                  </a:schemeClr>
                </a:solidFill>
              </a:rPr>
              <a:t>ERC-4337</a:t>
            </a:r>
            <a:r>
              <a:rPr lang="zh-CN" altLang="en-US" sz="1600">
                <a:solidFill>
                  <a:schemeClr val="accent6">
                    <a:lumMod val="75000"/>
                  </a:schemeClr>
                </a:solidFill>
              </a:rPr>
              <a:t>的核心</a:t>
            </a:r>
            <a:r>
              <a:rPr lang="zh-CN" altLang="en-US" sz="1600">
                <a:solidFill>
                  <a:schemeClr val="tx1">
                    <a:lumMod val="50000"/>
                  </a:schemeClr>
                </a:solidFill>
              </a:rPr>
              <a:t>：找一个中间人，代替用户发送交易，从而避免用户需要亲自签署交易的问题。</a:t>
            </a:r>
            <a:endParaRPr lang="en-US" altLang="zh-CN" sz="1600">
              <a:solidFill>
                <a:schemeClr val="tx1">
                  <a:lumMod val="50000"/>
                </a:schemeClr>
              </a:solidFill>
            </a:endParaRPr>
          </a:p>
        </p:txBody>
      </p:sp>
      <p:sp>
        <p:nvSpPr>
          <p:cNvPr id="32" name="文本框 31"/>
          <p:cNvSpPr txBox="1"/>
          <p:nvPr/>
        </p:nvSpPr>
        <p:spPr>
          <a:xfrm>
            <a:off x="6762750" y="3143885"/>
            <a:ext cx="4062730" cy="27444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342900" marR="0" indent="-34290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避免让用户直接和和区块链进行交互，做到“抽象”；</a:t>
            </a:r>
            <a:endParaRPr lang="zh-CN" altLang="en-US" sz="1600">
              <a:solidFill>
                <a:schemeClr val="tx1">
                  <a:lumMod val="50000"/>
                </a:schemeClr>
              </a:solidFill>
            </a:endParaRPr>
          </a:p>
          <a:p>
            <a:pPr marL="342900" marR="0" indent="-34290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避免让用户提前创建一个EOA，而是使用更方便，功能更强大的智能合约作为钱包；</a:t>
            </a:r>
            <a:endParaRPr lang="zh-CN" altLang="en-US" sz="1600">
              <a:solidFill>
                <a:schemeClr val="tx1">
                  <a:lumMod val="50000"/>
                </a:schemeClr>
              </a:solidFill>
            </a:endParaRPr>
          </a:p>
          <a:p>
            <a:pPr marL="342900" marR="0" indent="-34290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避免让用户关心支付Gas费的问题，也不需要用户提前给账户存入金额作为Gas；</a:t>
            </a:r>
            <a:endParaRPr lang="zh-CN" altLang="en-US" sz="1600">
              <a:solidFill>
                <a:schemeClr val="tx1">
                  <a:lumMod val="50000"/>
                </a:schemeClr>
              </a:solidFill>
            </a:endParaRPr>
          </a:p>
          <a:p>
            <a:pPr marL="342900" marR="0" indent="-34290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a:solidFill>
                  <a:schemeClr val="tx1">
                    <a:lumMod val="50000"/>
                  </a:schemeClr>
                </a:solidFill>
              </a:rPr>
              <a:t>ERC-4337希望尽可能少的对以太坊共识层进行修改。</a:t>
            </a:r>
            <a:endParaRPr lang="zh-CN" altLang="en-US" sz="1600">
              <a:solidFill>
                <a:schemeClr val="tx1">
                  <a:lumMod val="50000"/>
                </a:schemeClr>
              </a:solidFill>
            </a:endParaRPr>
          </a:p>
        </p:txBody>
      </p:sp>
      <p:sp>
        <p:nvSpPr>
          <p:cNvPr id="5" name="文本框 4"/>
          <p:cNvSpPr txBox="1"/>
          <p:nvPr/>
        </p:nvSpPr>
        <p:spPr>
          <a:xfrm>
            <a:off x="6762750" y="1742440"/>
            <a:ext cx="4353560" cy="4584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r>
              <a:rPr lang="zh-CN" altLang="en-US" sz="1600">
                <a:solidFill>
                  <a:schemeClr val="accent6">
                    <a:lumMod val="75000"/>
                  </a:schemeClr>
                </a:solidFill>
                <a:sym typeface="+mn-ea"/>
              </a:rPr>
              <a:t>ERC-4337协议是一个较成熟的账户抽象方案。</a:t>
            </a:r>
            <a:endParaRPr lang="zh-CN" altLang="en-US" sz="1600">
              <a:solidFill>
                <a:schemeClr val="accent6">
                  <a:lumMod val="75000"/>
                </a:schemeClr>
              </a:solidFill>
              <a:sym typeface="+mn-ea"/>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063" y="199024"/>
            <a:ext cx="2736215"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a:t>
            </a:r>
            <a:r>
              <a:rPr lang="zh-CN" altLang="en-US" dirty="0">
                <a:latin typeface="Arial" panose="020B0604020202090204" pitchFamily="34" charset="0"/>
                <a:ea typeface="方正兰亭黑简体" panose="02000000000000000000" pitchFamily="2" charset="-122"/>
                <a:sym typeface="Arial" panose="020B0604020202090204" pitchFamily="34" charset="0"/>
              </a:rPr>
              <a:t>解</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3" name="文本框 2"/>
          <p:cNvSpPr txBox="1"/>
          <p:nvPr>
            <p:custDataLst>
              <p:tags r:id="rId2"/>
            </p:custDataLst>
          </p:nvPr>
        </p:nvSpPr>
        <p:spPr>
          <a:xfrm>
            <a:off x="3960495" y="839470"/>
            <a:ext cx="4307840"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00000"/>
              </a:lnSpc>
              <a:spcBef>
                <a:spcPts val="0"/>
              </a:spcBef>
              <a:spcAft>
                <a:spcPts val="0"/>
              </a:spcAft>
              <a:buClrTx/>
              <a:buSzTx/>
              <a:buFontTx/>
              <a:buNone/>
            </a:pPr>
            <a:r>
              <a:rPr lang="en-US" altLang="zh-CN"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ERC-4337</a:t>
            </a:r>
            <a:r>
              <a:rPr lang="zh-CN" altLang="en-US"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协议的实现目标</a:t>
            </a:r>
            <a:endParaRPr lang="zh-CN" altLang="en-US" sz="2400" b="1"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17" name="Freeform 10"/>
          <p:cNvSpPr/>
          <p:nvPr>
            <p:custDataLst>
              <p:tags r:id="rId3"/>
            </p:custDataLst>
          </p:nvPr>
        </p:nvSpPr>
        <p:spPr bwMode="auto">
          <a:xfrm>
            <a:off x="1181100" y="1944370"/>
            <a:ext cx="2560955" cy="3318510"/>
          </a:xfrm>
          <a:custGeom>
            <a:avLst/>
            <a:gdLst>
              <a:gd name="T0" fmla="*/ 488 w 488"/>
              <a:gd name="T1" fmla="*/ 477 h 488"/>
              <a:gd name="T2" fmla="*/ 477 w 488"/>
              <a:gd name="T3" fmla="*/ 488 h 488"/>
              <a:gd name="T4" fmla="*/ 11 w 488"/>
              <a:gd name="T5" fmla="*/ 488 h 488"/>
              <a:gd name="T6" fmla="*/ 0 w 488"/>
              <a:gd name="T7" fmla="*/ 477 h 488"/>
              <a:gd name="T8" fmla="*/ 0 w 488"/>
              <a:gd name="T9" fmla="*/ 11 h 488"/>
              <a:gd name="T10" fmla="*/ 11 w 488"/>
              <a:gd name="T11" fmla="*/ 0 h 488"/>
              <a:gd name="T12" fmla="*/ 477 w 488"/>
              <a:gd name="T13" fmla="*/ 0 h 488"/>
              <a:gd name="T14" fmla="*/ 488 w 488"/>
              <a:gd name="T15" fmla="*/ 11 h 488"/>
              <a:gd name="T16" fmla="*/ 488 w 488"/>
              <a:gd name="T17" fmla="*/ 47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8" h="488">
                <a:moveTo>
                  <a:pt x="488" y="477"/>
                </a:moveTo>
                <a:cubicBezTo>
                  <a:pt x="488" y="483"/>
                  <a:pt x="483" y="488"/>
                  <a:pt x="477" y="488"/>
                </a:cubicBezTo>
                <a:cubicBezTo>
                  <a:pt x="11" y="488"/>
                  <a:pt x="11" y="488"/>
                  <a:pt x="11" y="488"/>
                </a:cubicBezTo>
                <a:cubicBezTo>
                  <a:pt x="5" y="488"/>
                  <a:pt x="0" y="483"/>
                  <a:pt x="0" y="477"/>
                </a:cubicBezTo>
                <a:cubicBezTo>
                  <a:pt x="0" y="11"/>
                  <a:pt x="0" y="11"/>
                  <a:pt x="0" y="11"/>
                </a:cubicBezTo>
                <a:cubicBezTo>
                  <a:pt x="0" y="5"/>
                  <a:pt x="5" y="0"/>
                  <a:pt x="11" y="0"/>
                </a:cubicBezTo>
                <a:cubicBezTo>
                  <a:pt x="477" y="0"/>
                  <a:pt x="477" y="0"/>
                  <a:pt x="477" y="0"/>
                </a:cubicBezTo>
                <a:cubicBezTo>
                  <a:pt x="483" y="0"/>
                  <a:pt x="488" y="5"/>
                  <a:pt x="488" y="11"/>
                </a:cubicBezTo>
                <a:lnTo>
                  <a:pt x="488" y="477"/>
                </a:lnTo>
                <a:close/>
              </a:path>
            </a:pathLst>
          </a:custGeom>
          <a:solidFill>
            <a:schemeClr val="accent3">
              <a:lumMod val="60000"/>
              <a:lumOff val="40000"/>
            </a:schemeClr>
          </a:solidFill>
          <a:ln>
            <a:noFill/>
          </a:ln>
        </p:spPr>
        <p:txBody>
          <a:bodyPr>
            <a:normAutofit/>
          </a:bodyPr>
          <a:lstStyle/>
          <a:p>
            <a:endParaRPr lang="zh-CN" altLang="en-US" sz="1800">
              <a:solidFill>
                <a:srgbClr val="2864FF"/>
              </a:solidFill>
            </a:endParaRPr>
          </a:p>
        </p:txBody>
      </p:sp>
      <p:sp>
        <p:nvSpPr>
          <p:cNvPr id="18" name="Freeform 11"/>
          <p:cNvSpPr/>
          <p:nvPr>
            <p:custDataLst>
              <p:tags r:id="rId4"/>
            </p:custDataLst>
          </p:nvPr>
        </p:nvSpPr>
        <p:spPr bwMode="auto">
          <a:xfrm>
            <a:off x="489074" y="1944675"/>
            <a:ext cx="613408" cy="616029"/>
          </a:xfrm>
          <a:custGeom>
            <a:avLst/>
            <a:gdLst>
              <a:gd name="T0" fmla="*/ 117 w 117"/>
              <a:gd name="T1" fmla="*/ 106 h 117"/>
              <a:gd name="T2" fmla="*/ 106 w 117"/>
              <a:gd name="T3" fmla="*/ 117 h 117"/>
              <a:gd name="T4" fmla="*/ 11 w 117"/>
              <a:gd name="T5" fmla="*/ 117 h 117"/>
              <a:gd name="T6" fmla="*/ 0 w 117"/>
              <a:gd name="T7" fmla="*/ 106 h 117"/>
              <a:gd name="T8" fmla="*/ 0 w 117"/>
              <a:gd name="T9" fmla="*/ 11 h 117"/>
              <a:gd name="T10" fmla="*/ 11 w 117"/>
              <a:gd name="T11" fmla="*/ 0 h 117"/>
              <a:gd name="T12" fmla="*/ 106 w 117"/>
              <a:gd name="T13" fmla="*/ 0 h 117"/>
              <a:gd name="T14" fmla="*/ 117 w 117"/>
              <a:gd name="T15" fmla="*/ 11 h 117"/>
              <a:gd name="T16" fmla="*/ 117 w 117"/>
              <a:gd name="T17" fmla="*/ 10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17">
                <a:moveTo>
                  <a:pt x="117" y="106"/>
                </a:moveTo>
                <a:cubicBezTo>
                  <a:pt x="117" y="112"/>
                  <a:pt x="112" y="117"/>
                  <a:pt x="106" y="117"/>
                </a:cubicBezTo>
                <a:cubicBezTo>
                  <a:pt x="11" y="117"/>
                  <a:pt x="11" y="117"/>
                  <a:pt x="11" y="117"/>
                </a:cubicBezTo>
                <a:cubicBezTo>
                  <a:pt x="5" y="117"/>
                  <a:pt x="0" y="112"/>
                  <a:pt x="0" y="106"/>
                </a:cubicBezTo>
                <a:cubicBezTo>
                  <a:pt x="0" y="11"/>
                  <a:pt x="0" y="11"/>
                  <a:pt x="0" y="11"/>
                </a:cubicBezTo>
                <a:cubicBezTo>
                  <a:pt x="0" y="5"/>
                  <a:pt x="5" y="0"/>
                  <a:pt x="11" y="0"/>
                </a:cubicBezTo>
                <a:cubicBezTo>
                  <a:pt x="106" y="0"/>
                  <a:pt x="106" y="0"/>
                  <a:pt x="106" y="0"/>
                </a:cubicBezTo>
                <a:cubicBezTo>
                  <a:pt x="112" y="0"/>
                  <a:pt x="117" y="5"/>
                  <a:pt x="117" y="11"/>
                </a:cubicBezTo>
                <a:lnTo>
                  <a:pt x="117" y="106"/>
                </a:lnTo>
                <a:close/>
              </a:path>
            </a:pathLst>
          </a:custGeom>
          <a:solidFill>
            <a:schemeClr val="accent2"/>
          </a:solidFill>
          <a:ln>
            <a:noFill/>
          </a:ln>
        </p:spPr>
        <p:txBody>
          <a:bodyPr>
            <a:normAutofit/>
          </a:bodyPr>
          <a:lstStyle/>
          <a:p>
            <a:endParaRPr lang="zh-CN" altLang="en-US" sz="1800"/>
          </a:p>
        </p:txBody>
      </p:sp>
      <p:sp>
        <p:nvSpPr>
          <p:cNvPr id="19" name="Freeform 12"/>
          <p:cNvSpPr/>
          <p:nvPr>
            <p:custDataLst>
              <p:tags r:id="rId5"/>
            </p:custDataLst>
          </p:nvPr>
        </p:nvSpPr>
        <p:spPr bwMode="auto">
          <a:xfrm>
            <a:off x="3825875" y="2675890"/>
            <a:ext cx="2560955" cy="3343910"/>
          </a:xfrm>
          <a:custGeom>
            <a:avLst/>
            <a:gdLst>
              <a:gd name="T0" fmla="*/ 488 w 488"/>
              <a:gd name="T1" fmla="*/ 476 h 488"/>
              <a:gd name="T2" fmla="*/ 477 w 488"/>
              <a:gd name="T3" fmla="*/ 488 h 488"/>
              <a:gd name="T4" fmla="*/ 11 w 488"/>
              <a:gd name="T5" fmla="*/ 488 h 488"/>
              <a:gd name="T6" fmla="*/ 0 w 488"/>
              <a:gd name="T7" fmla="*/ 476 h 488"/>
              <a:gd name="T8" fmla="*/ 0 w 488"/>
              <a:gd name="T9" fmla="*/ 11 h 488"/>
              <a:gd name="T10" fmla="*/ 11 w 488"/>
              <a:gd name="T11" fmla="*/ 0 h 488"/>
              <a:gd name="T12" fmla="*/ 477 w 488"/>
              <a:gd name="T13" fmla="*/ 0 h 488"/>
              <a:gd name="T14" fmla="*/ 488 w 488"/>
              <a:gd name="T15" fmla="*/ 11 h 488"/>
              <a:gd name="T16" fmla="*/ 488 w 488"/>
              <a:gd name="T17" fmla="*/ 4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8" h="488">
                <a:moveTo>
                  <a:pt x="488" y="476"/>
                </a:moveTo>
                <a:cubicBezTo>
                  <a:pt x="488" y="483"/>
                  <a:pt x="483" y="488"/>
                  <a:pt x="477" y="488"/>
                </a:cubicBezTo>
                <a:cubicBezTo>
                  <a:pt x="11" y="488"/>
                  <a:pt x="11" y="488"/>
                  <a:pt x="11" y="488"/>
                </a:cubicBezTo>
                <a:cubicBezTo>
                  <a:pt x="5" y="488"/>
                  <a:pt x="0" y="483"/>
                  <a:pt x="0" y="476"/>
                </a:cubicBezTo>
                <a:cubicBezTo>
                  <a:pt x="0" y="11"/>
                  <a:pt x="0" y="11"/>
                  <a:pt x="0" y="11"/>
                </a:cubicBezTo>
                <a:cubicBezTo>
                  <a:pt x="0" y="5"/>
                  <a:pt x="5" y="0"/>
                  <a:pt x="11" y="0"/>
                </a:cubicBezTo>
                <a:cubicBezTo>
                  <a:pt x="477" y="0"/>
                  <a:pt x="477" y="0"/>
                  <a:pt x="477" y="0"/>
                </a:cubicBezTo>
                <a:cubicBezTo>
                  <a:pt x="483" y="0"/>
                  <a:pt x="488" y="5"/>
                  <a:pt x="488" y="11"/>
                </a:cubicBezTo>
                <a:lnTo>
                  <a:pt x="488" y="476"/>
                </a:lnTo>
                <a:close/>
              </a:path>
            </a:pathLst>
          </a:custGeom>
          <a:solidFill>
            <a:schemeClr val="accent4"/>
          </a:solidFill>
          <a:ln>
            <a:noFill/>
          </a:ln>
        </p:spPr>
        <p:txBody>
          <a:bodyPr>
            <a:normAutofit/>
          </a:bodyPr>
          <a:lstStyle/>
          <a:p>
            <a:endParaRPr lang="zh-CN" altLang="en-US" sz="1800"/>
          </a:p>
        </p:txBody>
      </p:sp>
      <p:sp>
        <p:nvSpPr>
          <p:cNvPr id="20" name="Freeform 13"/>
          <p:cNvSpPr/>
          <p:nvPr>
            <p:custDataLst>
              <p:tags r:id="rId6"/>
            </p:custDataLst>
          </p:nvPr>
        </p:nvSpPr>
        <p:spPr bwMode="auto">
          <a:xfrm>
            <a:off x="3134066" y="5410592"/>
            <a:ext cx="613408" cy="621273"/>
          </a:xfrm>
          <a:custGeom>
            <a:avLst/>
            <a:gdLst>
              <a:gd name="T0" fmla="*/ 117 w 117"/>
              <a:gd name="T1" fmla="*/ 106 h 118"/>
              <a:gd name="T2" fmla="*/ 106 w 117"/>
              <a:gd name="T3" fmla="*/ 118 h 118"/>
              <a:gd name="T4" fmla="*/ 11 w 117"/>
              <a:gd name="T5" fmla="*/ 118 h 118"/>
              <a:gd name="T6" fmla="*/ 0 w 117"/>
              <a:gd name="T7" fmla="*/ 106 h 118"/>
              <a:gd name="T8" fmla="*/ 0 w 117"/>
              <a:gd name="T9" fmla="*/ 12 h 118"/>
              <a:gd name="T10" fmla="*/ 11 w 117"/>
              <a:gd name="T11" fmla="*/ 0 h 118"/>
              <a:gd name="T12" fmla="*/ 106 w 117"/>
              <a:gd name="T13" fmla="*/ 0 h 118"/>
              <a:gd name="T14" fmla="*/ 117 w 117"/>
              <a:gd name="T15" fmla="*/ 12 h 118"/>
              <a:gd name="T16" fmla="*/ 117 w 117"/>
              <a:gd name="T17" fmla="*/ 10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18">
                <a:moveTo>
                  <a:pt x="117" y="106"/>
                </a:moveTo>
                <a:cubicBezTo>
                  <a:pt x="117" y="113"/>
                  <a:pt x="112" y="118"/>
                  <a:pt x="106" y="118"/>
                </a:cubicBezTo>
                <a:cubicBezTo>
                  <a:pt x="11" y="118"/>
                  <a:pt x="11" y="118"/>
                  <a:pt x="11" y="118"/>
                </a:cubicBezTo>
                <a:cubicBezTo>
                  <a:pt x="5" y="118"/>
                  <a:pt x="0" y="113"/>
                  <a:pt x="0" y="106"/>
                </a:cubicBezTo>
                <a:cubicBezTo>
                  <a:pt x="0" y="12"/>
                  <a:pt x="0" y="12"/>
                  <a:pt x="0" y="12"/>
                </a:cubicBezTo>
                <a:cubicBezTo>
                  <a:pt x="0" y="5"/>
                  <a:pt x="5" y="0"/>
                  <a:pt x="11" y="0"/>
                </a:cubicBezTo>
                <a:cubicBezTo>
                  <a:pt x="106" y="0"/>
                  <a:pt x="106" y="0"/>
                  <a:pt x="106" y="0"/>
                </a:cubicBezTo>
                <a:cubicBezTo>
                  <a:pt x="112" y="0"/>
                  <a:pt x="117" y="5"/>
                  <a:pt x="117" y="12"/>
                </a:cubicBezTo>
                <a:lnTo>
                  <a:pt x="117" y="106"/>
                </a:lnTo>
                <a:close/>
              </a:path>
            </a:pathLst>
          </a:custGeom>
          <a:solidFill>
            <a:schemeClr val="accent4"/>
          </a:solidFill>
          <a:ln>
            <a:noFill/>
          </a:ln>
        </p:spPr>
        <p:txBody>
          <a:bodyPr>
            <a:normAutofit/>
          </a:bodyPr>
          <a:lstStyle/>
          <a:p>
            <a:endParaRPr lang="zh-CN" altLang="en-US" sz="1800"/>
          </a:p>
        </p:txBody>
      </p:sp>
      <p:sp>
        <p:nvSpPr>
          <p:cNvPr id="21" name="Freeform 14"/>
          <p:cNvSpPr/>
          <p:nvPr>
            <p:custDataLst>
              <p:tags r:id="rId7"/>
            </p:custDataLst>
          </p:nvPr>
        </p:nvSpPr>
        <p:spPr bwMode="auto">
          <a:xfrm>
            <a:off x="6473825" y="1944370"/>
            <a:ext cx="2560955" cy="3343275"/>
          </a:xfrm>
          <a:custGeom>
            <a:avLst/>
            <a:gdLst>
              <a:gd name="T0" fmla="*/ 488 w 488"/>
              <a:gd name="T1" fmla="*/ 477 h 488"/>
              <a:gd name="T2" fmla="*/ 477 w 488"/>
              <a:gd name="T3" fmla="*/ 488 h 488"/>
              <a:gd name="T4" fmla="*/ 11 w 488"/>
              <a:gd name="T5" fmla="*/ 488 h 488"/>
              <a:gd name="T6" fmla="*/ 0 w 488"/>
              <a:gd name="T7" fmla="*/ 477 h 488"/>
              <a:gd name="T8" fmla="*/ 0 w 488"/>
              <a:gd name="T9" fmla="*/ 11 h 488"/>
              <a:gd name="T10" fmla="*/ 11 w 488"/>
              <a:gd name="T11" fmla="*/ 0 h 488"/>
              <a:gd name="T12" fmla="*/ 477 w 488"/>
              <a:gd name="T13" fmla="*/ 0 h 488"/>
              <a:gd name="T14" fmla="*/ 488 w 488"/>
              <a:gd name="T15" fmla="*/ 11 h 488"/>
              <a:gd name="T16" fmla="*/ 488 w 488"/>
              <a:gd name="T17" fmla="*/ 47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8" h="488">
                <a:moveTo>
                  <a:pt x="488" y="477"/>
                </a:moveTo>
                <a:cubicBezTo>
                  <a:pt x="488" y="483"/>
                  <a:pt x="483" y="488"/>
                  <a:pt x="477" y="488"/>
                </a:cubicBezTo>
                <a:cubicBezTo>
                  <a:pt x="11" y="488"/>
                  <a:pt x="11" y="488"/>
                  <a:pt x="11" y="488"/>
                </a:cubicBezTo>
                <a:cubicBezTo>
                  <a:pt x="5" y="488"/>
                  <a:pt x="0" y="483"/>
                  <a:pt x="0" y="477"/>
                </a:cubicBezTo>
                <a:cubicBezTo>
                  <a:pt x="0" y="11"/>
                  <a:pt x="0" y="11"/>
                  <a:pt x="0" y="11"/>
                </a:cubicBezTo>
                <a:cubicBezTo>
                  <a:pt x="0" y="5"/>
                  <a:pt x="5" y="0"/>
                  <a:pt x="11" y="0"/>
                </a:cubicBezTo>
                <a:cubicBezTo>
                  <a:pt x="477" y="0"/>
                  <a:pt x="477" y="0"/>
                  <a:pt x="477" y="0"/>
                </a:cubicBezTo>
                <a:cubicBezTo>
                  <a:pt x="483" y="0"/>
                  <a:pt x="488" y="5"/>
                  <a:pt x="488" y="11"/>
                </a:cubicBezTo>
                <a:lnTo>
                  <a:pt x="488" y="477"/>
                </a:lnTo>
                <a:close/>
              </a:path>
            </a:pathLst>
          </a:custGeom>
          <a:solidFill>
            <a:schemeClr val="accent3"/>
          </a:solidFill>
          <a:ln>
            <a:noFill/>
          </a:ln>
        </p:spPr>
        <p:txBody>
          <a:bodyPr>
            <a:normAutofit/>
          </a:bodyPr>
          <a:lstStyle/>
          <a:p>
            <a:endParaRPr lang="zh-CN" altLang="en-US" sz="1800"/>
          </a:p>
        </p:txBody>
      </p:sp>
      <p:sp>
        <p:nvSpPr>
          <p:cNvPr id="22" name="Freeform 15"/>
          <p:cNvSpPr/>
          <p:nvPr>
            <p:custDataLst>
              <p:tags r:id="rId8"/>
            </p:custDataLst>
          </p:nvPr>
        </p:nvSpPr>
        <p:spPr bwMode="auto">
          <a:xfrm>
            <a:off x="5779060" y="1944675"/>
            <a:ext cx="613408" cy="616029"/>
          </a:xfrm>
          <a:custGeom>
            <a:avLst/>
            <a:gdLst>
              <a:gd name="T0" fmla="*/ 117 w 117"/>
              <a:gd name="T1" fmla="*/ 106 h 117"/>
              <a:gd name="T2" fmla="*/ 106 w 117"/>
              <a:gd name="T3" fmla="*/ 117 h 117"/>
              <a:gd name="T4" fmla="*/ 11 w 117"/>
              <a:gd name="T5" fmla="*/ 117 h 117"/>
              <a:gd name="T6" fmla="*/ 0 w 117"/>
              <a:gd name="T7" fmla="*/ 106 h 117"/>
              <a:gd name="T8" fmla="*/ 0 w 117"/>
              <a:gd name="T9" fmla="*/ 11 h 117"/>
              <a:gd name="T10" fmla="*/ 11 w 117"/>
              <a:gd name="T11" fmla="*/ 0 h 117"/>
              <a:gd name="T12" fmla="*/ 106 w 117"/>
              <a:gd name="T13" fmla="*/ 0 h 117"/>
              <a:gd name="T14" fmla="*/ 117 w 117"/>
              <a:gd name="T15" fmla="*/ 11 h 117"/>
              <a:gd name="T16" fmla="*/ 117 w 117"/>
              <a:gd name="T17" fmla="*/ 10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17">
                <a:moveTo>
                  <a:pt x="117" y="106"/>
                </a:moveTo>
                <a:cubicBezTo>
                  <a:pt x="117" y="112"/>
                  <a:pt x="112" y="117"/>
                  <a:pt x="106" y="117"/>
                </a:cubicBezTo>
                <a:cubicBezTo>
                  <a:pt x="11" y="117"/>
                  <a:pt x="11" y="117"/>
                  <a:pt x="11" y="117"/>
                </a:cubicBezTo>
                <a:cubicBezTo>
                  <a:pt x="5" y="117"/>
                  <a:pt x="0" y="112"/>
                  <a:pt x="0" y="106"/>
                </a:cubicBezTo>
                <a:cubicBezTo>
                  <a:pt x="0" y="11"/>
                  <a:pt x="0" y="11"/>
                  <a:pt x="0" y="11"/>
                </a:cubicBezTo>
                <a:cubicBezTo>
                  <a:pt x="0" y="5"/>
                  <a:pt x="5" y="0"/>
                  <a:pt x="11" y="0"/>
                </a:cubicBezTo>
                <a:cubicBezTo>
                  <a:pt x="106" y="0"/>
                  <a:pt x="106" y="0"/>
                  <a:pt x="106" y="0"/>
                </a:cubicBezTo>
                <a:cubicBezTo>
                  <a:pt x="112" y="0"/>
                  <a:pt x="117" y="5"/>
                  <a:pt x="117" y="11"/>
                </a:cubicBezTo>
                <a:lnTo>
                  <a:pt x="117" y="106"/>
                </a:lnTo>
                <a:close/>
              </a:path>
            </a:pathLst>
          </a:custGeom>
          <a:solidFill>
            <a:schemeClr val="accent3"/>
          </a:solidFill>
          <a:ln>
            <a:noFill/>
          </a:ln>
        </p:spPr>
        <p:txBody>
          <a:bodyPr>
            <a:normAutofit/>
          </a:bodyPr>
          <a:lstStyle/>
          <a:p>
            <a:endParaRPr lang="zh-CN" altLang="en-US" sz="1800"/>
          </a:p>
        </p:txBody>
      </p:sp>
      <p:sp>
        <p:nvSpPr>
          <p:cNvPr id="23" name="Freeform 16"/>
          <p:cNvSpPr/>
          <p:nvPr>
            <p:custDataLst>
              <p:tags r:id="rId9"/>
            </p:custDataLst>
          </p:nvPr>
        </p:nvSpPr>
        <p:spPr bwMode="auto">
          <a:xfrm>
            <a:off x="9118600" y="2675890"/>
            <a:ext cx="2560955" cy="3330575"/>
          </a:xfrm>
          <a:custGeom>
            <a:avLst/>
            <a:gdLst>
              <a:gd name="T0" fmla="*/ 488 w 488"/>
              <a:gd name="T1" fmla="*/ 476 h 488"/>
              <a:gd name="T2" fmla="*/ 477 w 488"/>
              <a:gd name="T3" fmla="*/ 488 h 488"/>
              <a:gd name="T4" fmla="*/ 11 w 488"/>
              <a:gd name="T5" fmla="*/ 488 h 488"/>
              <a:gd name="T6" fmla="*/ 0 w 488"/>
              <a:gd name="T7" fmla="*/ 476 h 488"/>
              <a:gd name="T8" fmla="*/ 0 w 488"/>
              <a:gd name="T9" fmla="*/ 11 h 488"/>
              <a:gd name="T10" fmla="*/ 11 w 488"/>
              <a:gd name="T11" fmla="*/ 0 h 488"/>
              <a:gd name="T12" fmla="*/ 477 w 488"/>
              <a:gd name="T13" fmla="*/ 0 h 488"/>
              <a:gd name="T14" fmla="*/ 488 w 488"/>
              <a:gd name="T15" fmla="*/ 11 h 488"/>
              <a:gd name="T16" fmla="*/ 488 w 488"/>
              <a:gd name="T17" fmla="*/ 4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8" h="488">
                <a:moveTo>
                  <a:pt x="488" y="476"/>
                </a:moveTo>
                <a:cubicBezTo>
                  <a:pt x="488" y="483"/>
                  <a:pt x="483" y="488"/>
                  <a:pt x="477" y="488"/>
                </a:cubicBezTo>
                <a:cubicBezTo>
                  <a:pt x="11" y="488"/>
                  <a:pt x="11" y="488"/>
                  <a:pt x="11" y="488"/>
                </a:cubicBezTo>
                <a:cubicBezTo>
                  <a:pt x="5" y="488"/>
                  <a:pt x="0" y="483"/>
                  <a:pt x="0" y="476"/>
                </a:cubicBezTo>
                <a:cubicBezTo>
                  <a:pt x="0" y="11"/>
                  <a:pt x="0" y="11"/>
                  <a:pt x="0" y="11"/>
                </a:cubicBezTo>
                <a:cubicBezTo>
                  <a:pt x="0" y="5"/>
                  <a:pt x="5" y="0"/>
                  <a:pt x="11" y="0"/>
                </a:cubicBezTo>
                <a:cubicBezTo>
                  <a:pt x="477" y="0"/>
                  <a:pt x="477" y="0"/>
                  <a:pt x="477" y="0"/>
                </a:cubicBezTo>
                <a:cubicBezTo>
                  <a:pt x="483" y="0"/>
                  <a:pt x="488" y="5"/>
                  <a:pt x="488" y="11"/>
                </a:cubicBezTo>
                <a:lnTo>
                  <a:pt x="488" y="476"/>
                </a:lnTo>
                <a:close/>
              </a:path>
            </a:pathLst>
          </a:custGeom>
          <a:solidFill>
            <a:schemeClr val="accent5"/>
          </a:solidFill>
          <a:ln>
            <a:noFill/>
          </a:ln>
        </p:spPr>
        <p:txBody>
          <a:bodyPr>
            <a:normAutofit/>
          </a:bodyPr>
          <a:lstStyle/>
          <a:p>
            <a:endParaRPr lang="zh-CN" altLang="en-US" sz="1800"/>
          </a:p>
        </p:txBody>
      </p:sp>
      <p:sp>
        <p:nvSpPr>
          <p:cNvPr id="24" name="Freeform 17"/>
          <p:cNvSpPr/>
          <p:nvPr>
            <p:custDataLst>
              <p:tags r:id="rId10"/>
            </p:custDataLst>
          </p:nvPr>
        </p:nvSpPr>
        <p:spPr bwMode="auto">
          <a:xfrm>
            <a:off x="8424053" y="5398527"/>
            <a:ext cx="616030" cy="621273"/>
          </a:xfrm>
          <a:custGeom>
            <a:avLst/>
            <a:gdLst>
              <a:gd name="T0" fmla="*/ 117 w 117"/>
              <a:gd name="T1" fmla="*/ 106 h 118"/>
              <a:gd name="T2" fmla="*/ 106 w 117"/>
              <a:gd name="T3" fmla="*/ 118 h 118"/>
              <a:gd name="T4" fmla="*/ 11 w 117"/>
              <a:gd name="T5" fmla="*/ 118 h 118"/>
              <a:gd name="T6" fmla="*/ 0 w 117"/>
              <a:gd name="T7" fmla="*/ 106 h 118"/>
              <a:gd name="T8" fmla="*/ 0 w 117"/>
              <a:gd name="T9" fmla="*/ 12 h 118"/>
              <a:gd name="T10" fmla="*/ 11 w 117"/>
              <a:gd name="T11" fmla="*/ 0 h 118"/>
              <a:gd name="T12" fmla="*/ 106 w 117"/>
              <a:gd name="T13" fmla="*/ 0 h 118"/>
              <a:gd name="T14" fmla="*/ 117 w 117"/>
              <a:gd name="T15" fmla="*/ 12 h 118"/>
              <a:gd name="T16" fmla="*/ 117 w 117"/>
              <a:gd name="T17" fmla="*/ 10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18">
                <a:moveTo>
                  <a:pt x="117" y="106"/>
                </a:moveTo>
                <a:cubicBezTo>
                  <a:pt x="117" y="113"/>
                  <a:pt x="112" y="118"/>
                  <a:pt x="106" y="118"/>
                </a:cubicBezTo>
                <a:cubicBezTo>
                  <a:pt x="11" y="118"/>
                  <a:pt x="11" y="118"/>
                  <a:pt x="11" y="118"/>
                </a:cubicBezTo>
                <a:cubicBezTo>
                  <a:pt x="5" y="118"/>
                  <a:pt x="0" y="113"/>
                  <a:pt x="0" y="106"/>
                </a:cubicBezTo>
                <a:cubicBezTo>
                  <a:pt x="0" y="12"/>
                  <a:pt x="0" y="12"/>
                  <a:pt x="0" y="12"/>
                </a:cubicBezTo>
                <a:cubicBezTo>
                  <a:pt x="0" y="5"/>
                  <a:pt x="5" y="0"/>
                  <a:pt x="11" y="0"/>
                </a:cubicBezTo>
                <a:cubicBezTo>
                  <a:pt x="106" y="0"/>
                  <a:pt x="106" y="0"/>
                  <a:pt x="106" y="0"/>
                </a:cubicBezTo>
                <a:cubicBezTo>
                  <a:pt x="112" y="0"/>
                  <a:pt x="117" y="5"/>
                  <a:pt x="117" y="12"/>
                </a:cubicBezTo>
                <a:lnTo>
                  <a:pt x="117" y="106"/>
                </a:lnTo>
                <a:close/>
              </a:path>
            </a:pathLst>
          </a:custGeom>
          <a:solidFill>
            <a:schemeClr val="accent5"/>
          </a:solidFill>
          <a:ln>
            <a:noFill/>
          </a:ln>
        </p:spPr>
        <p:txBody>
          <a:bodyPr>
            <a:normAutofit/>
          </a:bodyPr>
          <a:lstStyle/>
          <a:p>
            <a:endParaRPr lang="zh-CN" altLang="en-US" sz="1800"/>
          </a:p>
        </p:txBody>
      </p:sp>
      <p:sp>
        <p:nvSpPr>
          <p:cNvPr id="27" name="Text Box 20"/>
          <p:cNvSpPr txBox="1">
            <a:spLocks noChangeArrowheads="1"/>
          </p:cNvSpPr>
          <p:nvPr>
            <p:custDataLst>
              <p:tags r:id="rId11"/>
            </p:custDataLst>
          </p:nvPr>
        </p:nvSpPr>
        <p:spPr bwMode="auto">
          <a:xfrm>
            <a:off x="504331" y="2057508"/>
            <a:ext cx="567166" cy="474836"/>
          </a:xfrm>
          <a:prstGeom prst="rect">
            <a:avLst/>
          </a:prstGeom>
          <a:noFill/>
          <a:ln w="9525">
            <a:noFill/>
            <a:miter lim="800000"/>
          </a:ln>
          <a:effectLst/>
          <a:extLst>
            <a:ext uri="{909E8E84-426E-40DD-AFC4-6F175D3DCCD1}">
              <a14:hiddenFill xmlns:a14="http://schemas.microsoft.com/office/drawing/2010/main">
                <a:solidFill>
                  <a:srgbClr val="EF6541"/>
                </a:solidFill>
              </a14:hiddenFill>
            </a:ext>
            <a:ext uri="{AF507438-7753-43E0-B8FC-AC1667EBCBE1}">
              <a14:hiddenEffects xmlns:a14="http://schemas.microsoft.com/office/drawing/2010/main">
                <a:effectLst>
                  <a:outerShdw dist="35921" dir="2700000" algn="ctr" rotWithShape="0">
                    <a:srgbClr val="4D4D4D"/>
                  </a:outerShdw>
                </a:effectLst>
              </a14:hiddenEffects>
            </a:ext>
          </a:extLst>
        </p:spPr>
        <p:txBody>
          <a:bodyPr wrap="none">
            <a:normAutofit/>
          </a:bodyPr>
          <a:lstStyle/>
          <a:p>
            <a:pPr algn="ctr">
              <a:buFont typeface="Arial" panose="020B0604020202090204" pitchFamily="34" charset="0"/>
              <a:buNone/>
            </a:pPr>
            <a:r>
              <a:rPr lang="en-US" altLang="zh-CN" sz="1800" dirty="0"/>
              <a:t>01</a:t>
            </a:r>
            <a:endParaRPr lang="en-US" altLang="zh-CN" sz="1800" dirty="0"/>
          </a:p>
        </p:txBody>
      </p:sp>
      <p:sp>
        <p:nvSpPr>
          <p:cNvPr id="28" name="Text Box 21"/>
          <p:cNvSpPr txBox="1">
            <a:spLocks noChangeArrowheads="1"/>
          </p:cNvSpPr>
          <p:nvPr>
            <p:custDataLst>
              <p:tags r:id="rId12"/>
            </p:custDataLst>
          </p:nvPr>
        </p:nvSpPr>
        <p:spPr bwMode="auto">
          <a:xfrm>
            <a:off x="5789074" y="2053372"/>
            <a:ext cx="567166" cy="474836"/>
          </a:xfrm>
          <a:prstGeom prst="rect">
            <a:avLst/>
          </a:prstGeom>
          <a:noFill/>
          <a:ln w="9525">
            <a:noFill/>
            <a:miter lim="800000"/>
          </a:ln>
          <a:effectLst/>
          <a:extLst>
            <a:ext uri="{909E8E84-426E-40DD-AFC4-6F175D3DCCD1}">
              <a14:hiddenFill xmlns:a14="http://schemas.microsoft.com/office/drawing/2010/main">
                <a:solidFill>
                  <a:srgbClr val="EF6541"/>
                </a:solidFill>
              </a14:hiddenFill>
            </a:ext>
            <a:ext uri="{AF507438-7753-43E0-B8FC-AC1667EBCBE1}">
              <a14:hiddenEffects xmlns:a14="http://schemas.microsoft.com/office/drawing/2010/main">
                <a:effectLst>
                  <a:outerShdw dist="35921" dir="2700000" algn="ctr" rotWithShape="0">
                    <a:srgbClr val="4D4D4D"/>
                  </a:outerShdw>
                </a:effectLst>
              </a14:hiddenEffects>
            </a:ext>
          </a:extLst>
        </p:spPr>
        <p:txBody>
          <a:bodyPr wrap="none">
            <a:normAutofit/>
          </a:bodyPr>
          <a:lstStyle/>
          <a:p>
            <a:pPr algn="ctr">
              <a:buFont typeface="Arial" panose="020B0604020202090204" pitchFamily="34" charset="0"/>
              <a:buNone/>
            </a:pPr>
            <a:r>
              <a:rPr lang="en-US" altLang="zh-CN" sz="1800"/>
              <a:t>03</a:t>
            </a:r>
            <a:endParaRPr lang="en-US" altLang="zh-CN" sz="1800"/>
          </a:p>
        </p:txBody>
      </p:sp>
      <p:sp>
        <p:nvSpPr>
          <p:cNvPr id="30" name="Text Box 23"/>
          <p:cNvSpPr txBox="1">
            <a:spLocks noChangeArrowheads="1"/>
          </p:cNvSpPr>
          <p:nvPr>
            <p:custDataLst>
              <p:tags r:id="rId13"/>
            </p:custDataLst>
          </p:nvPr>
        </p:nvSpPr>
        <p:spPr bwMode="auto">
          <a:xfrm>
            <a:off x="3141458" y="5529254"/>
            <a:ext cx="567166" cy="474836"/>
          </a:xfrm>
          <a:prstGeom prst="rect">
            <a:avLst/>
          </a:prstGeom>
          <a:noFill/>
          <a:ln w="9525">
            <a:noFill/>
            <a:miter lim="800000"/>
          </a:ln>
          <a:effectLst/>
          <a:extLst>
            <a:ext uri="{909E8E84-426E-40DD-AFC4-6F175D3DCCD1}">
              <a14:hiddenFill xmlns:a14="http://schemas.microsoft.com/office/drawing/2010/main">
                <a:solidFill>
                  <a:srgbClr val="EF6541"/>
                </a:solidFill>
              </a14:hiddenFill>
            </a:ext>
            <a:ext uri="{AF507438-7753-43E0-B8FC-AC1667EBCBE1}">
              <a14:hiddenEffects xmlns:a14="http://schemas.microsoft.com/office/drawing/2010/main">
                <a:effectLst>
                  <a:outerShdw dist="35921" dir="2700000" algn="ctr" rotWithShape="0">
                    <a:srgbClr val="4D4D4D"/>
                  </a:outerShdw>
                </a:effectLst>
              </a14:hiddenEffects>
            </a:ext>
          </a:extLst>
        </p:spPr>
        <p:txBody>
          <a:bodyPr wrap="none">
            <a:normAutofit/>
          </a:bodyPr>
          <a:lstStyle/>
          <a:p>
            <a:pPr algn="ctr">
              <a:buFont typeface="Arial" panose="020B0604020202090204" pitchFamily="34" charset="0"/>
              <a:buNone/>
            </a:pPr>
            <a:r>
              <a:rPr lang="en-US" altLang="zh-CN" sz="1800"/>
              <a:t>02</a:t>
            </a:r>
            <a:endParaRPr lang="en-US" altLang="zh-CN" sz="1800"/>
          </a:p>
        </p:txBody>
      </p:sp>
      <p:sp>
        <p:nvSpPr>
          <p:cNvPr id="31" name="Text Box 24"/>
          <p:cNvSpPr txBox="1">
            <a:spLocks noChangeArrowheads="1"/>
          </p:cNvSpPr>
          <p:nvPr>
            <p:custDataLst>
              <p:tags r:id="rId14"/>
            </p:custDataLst>
          </p:nvPr>
        </p:nvSpPr>
        <p:spPr bwMode="auto">
          <a:xfrm>
            <a:off x="8436687" y="5509846"/>
            <a:ext cx="567166" cy="474836"/>
          </a:xfrm>
          <a:prstGeom prst="rect">
            <a:avLst/>
          </a:prstGeom>
          <a:noFill/>
          <a:ln w="9525">
            <a:noFill/>
            <a:miter lim="800000"/>
          </a:ln>
          <a:effectLst/>
          <a:extLst>
            <a:ext uri="{909E8E84-426E-40DD-AFC4-6F175D3DCCD1}">
              <a14:hiddenFill xmlns:a14="http://schemas.microsoft.com/office/drawing/2010/main">
                <a:solidFill>
                  <a:srgbClr val="EF6541"/>
                </a:solidFill>
              </a14:hiddenFill>
            </a:ext>
            <a:ext uri="{AF507438-7753-43E0-B8FC-AC1667EBCBE1}">
              <a14:hiddenEffects xmlns:a14="http://schemas.microsoft.com/office/drawing/2010/main">
                <a:effectLst>
                  <a:outerShdw dist="35921" dir="2700000" algn="ctr" rotWithShape="0">
                    <a:srgbClr val="4D4D4D"/>
                  </a:outerShdw>
                </a:effectLst>
              </a14:hiddenEffects>
            </a:ext>
          </a:extLst>
        </p:spPr>
        <p:txBody>
          <a:bodyPr wrap="none">
            <a:normAutofit/>
          </a:bodyPr>
          <a:lstStyle/>
          <a:p>
            <a:pPr algn="ctr">
              <a:buFont typeface="Arial" panose="020B0604020202090204" pitchFamily="34" charset="0"/>
              <a:buNone/>
            </a:pPr>
            <a:r>
              <a:rPr lang="en-US" altLang="zh-CN" sz="1800" dirty="0"/>
              <a:t>04</a:t>
            </a:r>
            <a:endParaRPr lang="en-US" altLang="zh-CN" sz="1800" dirty="0"/>
          </a:p>
        </p:txBody>
      </p:sp>
      <p:sp>
        <p:nvSpPr>
          <p:cNvPr id="15" name="圆角矩形 14"/>
          <p:cNvSpPr/>
          <p:nvPr>
            <p:custDataLst>
              <p:tags r:id="rId15"/>
            </p:custDataLst>
          </p:nvPr>
        </p:nvSpPr>
        <p:spPr>
          <a:xfrm>
            <a:off x="3835400" y="2684145"/>
            <a:ext cx="2543810" cy="480695"/>
          </a:xfrm>
          <a:prstGeom prst="roundRect">
            <a:avLst/>
          </a:prstGeom>
          <a:solidFill>
            <a:srgbClr val="FFFFFF"/>
          </a:solidFill>
          <a:ln w="25400" cap="flat">
            <a:solidFill>
              <a:srgbClr val="FF8F00"/>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5" name="圆角矩形 24"/>
          <p:cNvSpPr/>
          <p:nvPr>
            <p:custDataLst>
              <p:tags r:id="rId16"/>
            </p:custDataLst>
          </p:nvPr>
        </p:nvSpPr>
        <p:spPr>
          <a:xfrm>
            <a:off x="9124950" y="2686050"/>
            <a:ext cx="2543810" cy="480695"/>
          </a:xfrm>
          <a:prstGeom prst="roundRect">
            <a:avLst/>
          </a:prstGeom>
          <a:solidFill>
            <a:srgbClr val="FFFFFF"/>
          </a:solidFill>
          <a:ln w="25400" cap="flat">
            <a:solidFill>
              <a:srgbClr val="FFBF00"/>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8" name="文本框 7"/>
          <p:cNvSpPr txBox="1"/>
          <p:nvPr>
            <p:custDataLst>
              <p:tags r:id="rId17"/>
            </p:custDataLst>
          </p:nvPr>
        </p:nvSpPr>
        <p:spPr>
          <a:xfrm>
            <a:off x="9436100" y="2752725"/>
            <a:ext cx="1903095" cy="37909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tIns="0" rIns="0" bIns="0">
            <a:normAutofit/>
          </a:bodyPr>
          <a:lstStyle>
            <a:defPPr>
              <a:defRPr lang="zh-CN"/>
            </a:defPPr>
            <a:lvl1pPr algn="ctr">
              <a:lnSpc>
                <a:spcPct val="120000"/>
              </a:lnSpc>
              <a:buFont typeface="Arial" panose="020B0604020202090204" pitchFamily="34" charset="0"/>
              <a:buNone/>
              <a:defRPr sz="1800"/>
            </a:lvl1pPr>
          </a:lstStyle>
          <a:p>
            <a:r>
              <a:rPr lang="zh-CN" altLang="en-US"/>
              <a:t>支持多种应用</a:t>
            </a:r>
            <a:r>
              <a:rPr lang="zh-CN" altLang="en-US"/>
              <a:t>场景</a:t>
            </a:r>
            <a:endParaRPr lang="zh-CN" altLang="en-US"/>
          </a:p>
        </p:txBody>
      </p:sp>
      <p:sp>
        <p:nvSpPr>
          <p:cNvPr id="9" name="文本框 8"/>
          <p:cNvSpPr txBox="1"/>
          <p:nvPr>
            <p:custDataLst>
              <p:tags r:id="rId18"/>
            </p:custDataLst>
          </p:nvPr>
        </p:nvSpPr>
        <p:spPr>
          <a:xfrm>
            <a:off x="4150995" y="2753360"/>
            <a:ext cx="1903095" cy="3930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tIns="0" rIns="0" bIns="0">
            <a:normAutofit/>
          </a:bodyPr>
          <a:lstStyle>
            <a:defPPr>
              <a:defRPr lang="zh-CN"/>
            </a:defPPr>
            <a:lvl1pPr algn="ctr">
              <a:lnSpc>
                <a:spcPct val="120000"/>
              </a:lnSpc>
              <a:buFont typeface="Arial" panose="020B0604020202090204" pitchFamily="34" charset="0"/>
              <a:buNone/>
              <a:defRPr sz="1800"/>
            </a:lvl1pPr>
          </a:lstStyle>
          <a:p>
            <a:r>
              <a:rPr lang="zh-CN" altLang="en-US"/>
              <a:t>去</a:t>
            </a:r>
            <a:r>
              <a:rPr lang="zh-CN" altLang="en-US"/>
              <a:t>中心化</a:t>
            </a:r>
            <a:endParaRPr lang="zh-CN" altLang="en-US"/>
          </a:p>
        </p:txBody>
      </p:sp>
      <p:sp>
        <p:nvSpPr>
          <p:cNvPr id="16" name="圆角矩形 15"/>
          <p:cNvSpPr/>
          <p:nvPr>
            <p:custDataLst>
              <p:tags r:id="rId19"/>
            </p:custDataLst>
          </p:nvPr>
        </p:nvSpPr>
        <p:spPr>
          <a:xfrm>
            <a:off x="6481445" y="1950720"/>
            <a:ext cx="2543810" cy="480695"/>
          </a:xfrm>
          <a:prstGeom prst="roundRect">
            <a:avLst/>
          </a:prstGeom>
          <a:solidFill>
            <a:srgbClr val="FFFFFF"/>
          </a:solidFill>
          <a:ln w="25400" cap="flat">
            <a:solidFill>
              <a:srgbClr val="3A77FF"/>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4" name="圆角矩形 13"/>
          <p:cNvSpPr/>
          <p:nvPr/>
        </p:nvSpPr>
        <p:spPr>
          <a:xfrm>
            <a:off x="1189990" y="1950085"/>
            <a:ext cx="2543810" cy="480695"/>
          </a:xfrm>
          <a:prstGeom prst="roundRect">
            <a:avLst/>
          </a:prstGeom>
          <a:solidFill>
            <a:srgbClr val="FFFFFF"/>
          </a:solidFill>
          <a:ln w="25400" cap="flat">
            <a:solidFill>
              <a:schemeClr val="accent1"/>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0" name="文本框 9"/>
          <p:cNvSpPr txBox="1"/>
          <p:nvPr>
            <p:custDataLst>
              <p:tags r:id="rId20"/>
            </p:custDataLst>
          </p:nvPr>
        </p:nvSpPr>
        <p:spPr>
          <a:xfrm>
            <a:off x="6799580" y="2019300"/>
            <a:ext cx="1903095" cy="40449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tIns="0" rIns="0" bIns="0">
            <a:normAutofit/>
          </a:bodyPr>
          <a:lstStyle>
            <a:defPPr>
              <a:defRPr lang="zh-CN"/>
            </a:defPPr>
            <a:lvl1pPr algn="ctr">
              <a:lnSpc>
                <a:spcPct val="120000"/>
              </a:lnSpc>
              <a:buFont typeface="Arial" panose="020B0604020202090204" pitchFamily="34" charset="0"/>
              <a:buNone/>
              <a:defRPr sz="1800"/>
            </a:lvl1pPr>
          </a:lstStyle>
          <a:p>
            <a:r>
              <a:rPr lang="zh-CN" altLang="en-US"/>
              <a:t>避免共识</a:t>
            </a:r>
            <a:r>
              <a:rPr lang="zh-CN" altLang="en-US"/>
              <a:t>更改</a:t>
            </a:r>
            <a:endParaRPr lang="zh-CN" altLang="en-US"/>
          </a:p>
        </p:txBody>
      </p:sp>
      <p:sp>
        <p:nvSpPr>
          <p:cNvPr id="11" name="文本框 10"/>
          <p:cNvSpPr txBox="1"/>
          <p:nvPr>
            <p:custDataLst>
              <p:tags r:id="rId21"/>
            </p:custDataLst>
          </p:nvPr>
        </p:nvSpPr>
        <p:spPr>
          <a:xfrm>
            <a:off x="1452880" y="2044700"/>
            <a:ext cx="1903095" cy="31623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tIns="0" rIns="0" bIns="0">
            <a:normAutofit lnSpcReduction="10000"/>
          </a:bodyPr>
          <a:lstStyle>
            <a:defPPr>
              <a:defRPr lang="zh-CN"/>
            </a:defPPr>
            <a:lvl1pPr algn="ctr">
              <a:lnSpc>
                <a:spcPct val="120000"/>
              </a:lnSpc>
              <a:buFont typeface="Arial" panose="020B0604020202090204" pitchFamily="34" charset="0"/>
              <a:buNone/>
              <a:defRPr sz="1800"/>
            </a:lvl1pPr>
          </a:lstStyle>
          <a:p>
            <a:r>
              <a:rPr lang="zh-CN" altLang="en-US"/>
              <a:t>账户</a:t>
            </a:r>
            <a:r>
              <a:rPr lang="zh-CN" altLang="en-US"/>
              <a:t>抽象</a:t>
            </a:r>
            <a:endParaRPr lang="zh-CN" altLang="en-US"/>
          </a:p>
        </p:txBody>
      </p:sp>
      <p:sp>
        <p:nvSpPr>
          <p:cNvPr id="5" name="文本框 4"/>
          <p:cNvSpPr txBox="1"/>
          <p:nvPr/>
        </p:nvSpPr>
        <p:spPr>
          <a:xfrm>
            <a:off x="1213485" y="2501265"/>
            <a:ext cx="2501900" cy="27285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20000"/>
              </a:lnSpc>
              <a:spcBef>
                <a:spcPts val="0"/>
              </a:spcBef>
              <a:spcAft>
                <a:spcPts val="0"/>
              </a:spcAft>
              <a:buClrTx/>
              <a:buSzTx/>
              <a:buFontTx/>
              <a:buNone/>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消除用户必须拥有外部账户的</a:t>
            </a: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需求。</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0" marR="0" indent="0" algn="l" defTabSz="457200" rtl="0" fontAlgn="auto" latinLnBrk="0" hangingPunct="0">
              <a:lnSpc>
                <a:spcPct val="120000"/>
              </a:lnSpc>
              <a:spcBef>
                <a:spcPts val="0"/>
              </a:spcBef>
              <a:spcAft>
                <a:spcPts val="0"/>
              </a:spcAft>
              <a:buClrTx/>
              <a:buSzTx/>
              <a:buFontTx/>
              <a:buNone/>
            </a:pPr>
            <a:r>
              <a:rPr lang="zh-CN" altLang="en-US" sz="16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安全性升级：</a:t>
            </a:r>
            <a:endParaRPr lang="zh-CN" altLang="en-US" sz="16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如果私钥丢失，联系</a:t>
            </a:r>
            <a:r>
              <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预前指定的用户即可帮</a:t>
            </a:r>
            <a:r>
              <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助恢复对账户的访问；</a:t>
            </a:r>
            <a:endPar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用户可以使用双因素</a:t>
            </a:r>
            <a:r>
              <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身份认证（2FA） 和生物识别技术来保护账户，操作</a:t>
            </a:r>
            <a:r>
              <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rPr>
              <a:t>上更加安全和用户友好。</a:t>
            </a:r>
            <a:endParaRPr lang="zh-CN" altLang="en-US" sz="1400" dirty="0" smtClean="0">
              <a:solidFill>
                <a:schemeClr val="bg2">
                  <a:lumMod val="50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
        <p:nvSpPr>
          <p:cNvPr id="6" name="文本框 5"/>
          <p:cNvSpPr txBox="1"/>
          <p:nvPr/>
        </p:nvSpPr>
        <p:spPr>
          <a:xfrm>
            <a:off x="3895725" y="3267075"/>
            <a:ext cx="2414905" cy="24498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任意打包者均可参与到</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交易流程中</a:t>
            </a:r>
            <a:endPar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与所有在公共内存池上发生的活动协同工作，用户不必知道特定参与者的直接通信地址</a:t>
            </a:r>
            <a:endPar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避免对</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rPr>
              <a:t>打包者做信任假设</a:t>
            </a:r>
            <a:endParaRPr lang="zh-CN" altLang="en-US" sz="1600" dirty="0" smtClean="0">
              <a:solidFill>
                <a:schemeClr val="tx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pitchFamily="34" charset="0"/>
            </a:endParaRPr>
          </a:p>
        </p:txBody>
      </p:sp>
      <p:sp>
        <p:nvSpPr>
          <p:cNvPr id="7" name="文本框 6"/>
          <p:cNvSpPr txBox="1"/>
          <p:nvPr/>
        </p:nvSpPr>
        <p:spPr>
          <a:xfrm>
            <a:off x="6539865" y="2554605"/>
            <a:ext cx="2414905" cy="25920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10000"/>
              </a:lnSpc>
              <a:spcBef>
                <a:spcPts val="0"/>
              </a:spcBef>
              <a:spcAft>
                <a:spcPts val="0"/>
              </a:spcAft>
              <a:buClrTx/>
              <a:buSzTx/>
              <a:buFontTx/>
              <a:buNone/>
            </a:pPr>
            <a:r>
              <a:rPr lang="zh-CN" altLang="en-US" sz="1600" dirty="0">
                <a:solidFill>
                  <a:schemeClr val="bg1">
                    <a:lumMod val="85000"/>
                  </a:schemeClr>
                </a:solidFill>
                <a:sym typeface="+mn-ea"/>
              </a:rPr>
              <a:t>以太坊共识层开发侧重于合并，以及后续的面向可扩展性的特性，可能很长时间内不会有进一步的协议变更的机会。因此，为了增加更快采纳和应用的机会，该提案</a:t>
            </a:r>
            <a:r>
              <a:rPr lang="zh-CN" altLang="en-US" sz="1600" dirty="0">
                <a:solidFill>
                  <a:schemeClr val="bg1">
                    <a:lumMod val="85000"/>
                  </a:schemeClr>
                </a:solidFill>
                <a:sym typeface="+mn-ea"/>
              </a:rPr>
              <a:t>避免了以太坊共识变更。</a:t>
            </a:r>
            <a:endParaRPr lang="zh-CN" altLang="en-US" sz="1600" dirty="0">
              <a:solidFill>
                <a:schemeClr val="bg1">
                  <a:lumMod val="85000"/>
                </a:schemeClr>
              </a:solidFill>
              <a:sym typeface="+mn-ea"/>
            </a:endParaRPr>
          </a:p>
        </p:txBody>
      </p:sp>
      <p:sp>
        <p:nvSpPr>
          <p:cNvPr id="13" name="文本框 12"/>
          <p:cNvSpPr txBox="1"/>
          <p:nvPr/>
        </p:nvSpPr>
        <p:spPr>
          <a:xfrm>
            <a:off x="9281795" y="3360420"/>
            <a:ext cx="2239645" cy="21545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20000"/>
              </a:lnSpc>
              <a:spcBef>
                <a:spcPts val="0"/>
              </a:spcBef>
              <a:spcAft>
                <a:spcPts val="0"/>
              </a:spcAft>
              <a:buClrTx/>
              <a:buSzTx/>
              <a:buFontTx/>
              <a:buNone/>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支持更多的创新用例：</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聚合签名</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每日交易限额设置</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账户紧急冻</a:t>
            </a: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结</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隐私保护的应用</a:t>
            </a: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程序</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自动</a:t>
            </a:r>
            <a:r>
              <a:rPr lang="zh-CN" altLang="en-US" sz="1600" dirty="0" smtClean="0">
                <a:latin typeface="微软雅黑" panose="020B0503020204020204" pitchFamily="34" charset="-122"/>
                <a:ea typeface="微软雅黑" panose="020B0503020204020204" pitchFamily="34" charset="-122"/>
                <a:sym typeface="Arial" panose="020B0604020202090204" pitchFamily="34" charset="0"/>
              </a:rPr>
              <a:t>化批量操作</a:t>
            </a:r>
            <a:endParaRPr lang="zh-CN" altLang="en-US" sz="1600" dirty="0" smtClean="0">
              <a:latin typeface="微软雅黑" panose="020B0503020204020204" pitchFamily="34" charset="-122"/>
              <a:ea typeface="微软雅黑" panose="020B0503020204020204" pitchFamily="34" charset="-122"/>
              <a:sym typeface="Arial" panose="020B0604020202090204" pitchFamily="34" charset="0"/>
            </a:endParaRPr>
          </a:p>
          <a:p>
            <a:pPr marL="285750" marR="0" indent="-285750" algn="l" defTabSz="457200" rtl="0" fontAlgn="auto" latinLnBrk="0" hangingPunct="0">
              <a:lnSpc>
                <a:spcPct val="120000"/>
              </a:lnSpc>
              <a:spcBef>
                <a:spcPts val="0"/>
              </a:spcBef>
              <a:spcAft>
                <a:spcPts val="0"/>
              </a:spcAft>
              <a:buClrTx/>
              <a:buSzTx/>
              <a:buFont typeface="Arial" panose="020B0604020202090204" pitchFamily="34" charset="0"/>
              <a:buChar char="•"/>
            </a:pPr>
            <a:r>
              <a:rPr lang="en-US" altLang="zh-CN" sz="1600" dirty="0" smtClean="0">
                <a:solidFill>
                  <a:schemeClr val="tx1">
                    <a:lumMod val="50000"/>
                  </a:schemeClr>
                </a:solidFill>
                <a:latin typeface="微软雅黑" panose="020B0503020204020204" pitchFamily="34" charset="-122"/>
                <a:ea typeface="微软雅黑" panose="020B0503020204020204" pitchFamily="34" charset="-122"/>
                <a:sym typeface="Arial" panose="020B0604020202090204" pitchFamily="34" charset="0"/>
              </a:rPr>
              <a:t>...</a:t>
            </a:r>
            <a:endParaRPr lang="en-US" altLang="zh-CN" sz="1600" dirty="0" smtClean="0">
              <a:solidFill>
                <a:schemeClr val="tx1">
                  <a:lumMod val="50000"/>
                </a:schemeClr>
              </a:solidFill>
              <a:latin typeface="微软雅黑" panose="020B0503020204020204" pitchFamily="34" charset="-122"/>
              <a:ea typeface="微软雅黑" panose="020B0503020204020204" pitchFamily="34" charset="-122"/>
              <a:sym typeface="Arial" panose="020B0604020202090204" pitchFamily="34" charset="0"/>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2" name="此处添加标题/Add title here"/>
          <p:cNvSpPr txBox="1"/>
          <p:nvPr/>
        </p:nvSpPr>
        <p:spPr>
          <a:xfrm>
            <a:off x="930063" y="199024"/>
            <a:ext cx="523875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pPr algn="l"/>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mn-ea"/>
              </a:rPr>
              <a:t>重要概念说明</a:t>
            </a:r>
            <a:r>
              <a:rPr lang="en-US" altLang="zh-CN">
                <a:solidFill>
                  <a:schemeClr val="tx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graphicFrame>
        <p:nvGraphicFramePr>
          <p:cNvPr id="5" name="表格 4"/>
          <p:cNvGraphicFramePr/>
          <p:nvPr>
            <p:custDataLst>
              <p:tags r:id="rId2"/>
            </p:custDataLst>
          </p:nvPr>
        </p:nvGraphicFramePr>
        <p:xfrm>
          <a:off x="1363345" y="1092835"/>
          <a:ext cx="9464675" cy="5100320"/>
        </p:xfrm>
        <a:graphic>
          <a:graphicData uri="http://schemas.openxmlformats.org/drawingml/2006/table">
            <a:tbl>
              <a:tblPr firstRow="1" bandRow="1">
                <a:tableStyleId>{5C22544A-7EE6-4342-B048-85BDC9FD1C3A}</a:tableStyleId>
              </a:tblPr>
              <a:tblGrid>
                <a:gridCol w="2821305"/>
                <a:gridCol w="6643370"/>
              </a:tblGrid>
              <a:tr h="632460">
                <a:tc>
                  <a:txBody>
                    <a:bodyPr/>
                    <a:p>
                      <a:pPr algn="l">
                        <a:lnSpc>
                          <a:spcPct val="150000"/>
                        </a:lnSpc>
                        <a:buNone/>
                      </a:pPr>
                      <a:r>
                        <a:rPr lang="zh-CN" altLang="en-US" sz="1800"/>
                        <a:t>名称</a:t>
                      </a:r>
                      <a:endParaRPr lang="zh-CN" altLang="en-US" sz="1800"/>
                    </a:p>
                  </a:txBody>
                  <a:tcPr>
                    <a:solidFill>
                      <a:srgbClr val="769BFF"/>
                    </a:solidFill>
                  </a:tcPr>
                </a:tc>
                <a:tc>
                  <a:txBody>
                    <a:bodyPr/>
                    <a:p>
                      <a:pPr algn="l">
                        <a:lnSpc>
                          <a:spcPct val="150000"/>
                        </a:lnSpc>
                        <a:buNone/>
                      </a:pPr>
                      <a:r>
                        <a:rPr lang="zh-CN" altLang="en-US" sz="1800"/>
                        <a:t>概念</a:t>
                      </a:r>
                      <a:endParaRPr lang="zh-CN" altLang="en-US" sz="1800"/>
                    </a:p>
                  </a:txBody>
                  <a:tcPr>
                    <a:solidFill>
                      <a:srgbClr val="769BFF"/>
                    </a:solidFill>
                  </a:tcPr>
                </a:tc>
              </a:tr>
              <a:tr h="813435">
                <a:tc>
                  <a:txBody>
                    <a:bodyPr/>
                    <a:p>
                      <a:pPr algn="l" eaLnBrk="1" fontAlgn="auto" hangingPunct="1">
                        <a:lnSpc>
                          <a:spcPct val="140000"/>
                        </a:lnSpc>
                        <a:spcBef>
                          <a:spcPts val="200"/>
                        </a:spcBef>
                        <a:buNone/>
                      </a:pPr>
                      <a:r>
                        <a:rPr lang="zh-CN" altLang="en-US" sz="1400" b="1"/>
                        <a:t>用户操作（</a:t>
                      </a:r>
                      <a:r>
                        <a:rPr lang="en-US" altLang="zh-CN" sz="1400" b="1"/>
                        <a:t>UserOperation, UserOp</a:t>
                      </a:r>
                      <a:r>
                        <a:rPr lang="zh-CN" altLang="en-US" sz="1400" b="1"/>
                        <a:t>）</a:t>
                      </a:r>
                      <a:endParaRPr lang="zh-CN" altLang="en-US" sz="1400" b="1"/>
                    </a:p>
                  </a:txBody>
                  <a:tcPr>
                    <a:solidFill>
                      <a:schemeClr val="bg1"/>
                    </a:solidFill>
                  </a:tcPr>
                </a:tc>
                <a:tc>
                  <a:txBody>
                    <a:bodyPr/>
                    <a:p>
                      <a:pPr algn="l" eaLnBrk="1" fontAlgn="auto" hangingPunct="1">
                        <a:lnSpc>
                          <a:spcPts val="2200"/>
                        </a:lnSpc>
                        <a:spcBef>
                          <a:spcPts val="200"/>
                        </a:spcBef>
                        <a:buNone/>
                      </a:pPr>
                      <a:r>
                        <a:rPr lang="zh-CN" altLang="en-US" sz="1400"/>
                        <a:t>或称“用户意图”，一个伪交易对象，区别于以前EOA账户发起的“交易transaction”，存在更多的交易</a:t>
                      </a:r>
                      <a:r>
                        <a:rPr lang="zh-CN" altLang="en-US" sz="1400"/>
                        <a:t>参数。</a:t>
                      </a:r>
                      <a:endParaRPr lang="zh-CN" altLang="en-US" sz="1400"/>
                    </a:p>
                  </a:txBody>
                  <a:tcPr>
                    <a:solidFill>
                      <a:schemeClr val="bg1"/>
                    </a:solidFill>
                  </a:tcPr>
                </a:tc>
              </a:tr>
              <a:tr h="814070">
                <a:tc>
                  <a:txBody>
                    <a:bodyPr/>
                    <a:p>
                      <a:pPr algn="l" eaLnBrk="1" fontAlgn="auto" hangingPunct="1">
                        <a:lnSpc>
                          <a:spcPct val="160000"/>
                        </a:lnSpc>
                        <a:spcBef>
                          <a:spcPts val="200"/>
                        </a:spcBef>
                        <a:buNone/>
                      </a:pPr>
                      <a:r>
                        <a:rPr lang="zh-CN" altLang="en-US" sz="1400" b="1"/>
                        <a:t>打包者（</a:t>
                      </a:r>
                      <a:r>
                        <a:rPr lang="en-US" altLang="zh-CN" sz="1400" b="1"/>
                        <a:t>Bundler</a:t>
                      </a:r>
                      <a:r>
                        <a:rPr lang="zh-CN" altLang="en-US" sz="1400" b="1"/>
                        <a:t>）</a:t>
                      </a:r>
                      <a:endParaRPr lang="zh-CN" altLang="en-US" sz="1400" b="1"/>
                    </a:p>
                  </a:txBody>
                  <a:tcPr>
                    <a:solidFill>
                      <a:srgbClr val="F2F2F2"/>
                    </a:solidFill>
                  </a:tcPr>
                </a:tc>
                <a:tc>
                  <a:txBody>
                    <a:bodyPr/>
                    <a:p>
                      <a:pPr algn="l" eaLnBrk="1" fontAlgn="auto" hangingPunct="1">
                        <a:lnSpc>
                          <a:spcPts val="2200"/>
                        </a:lnSpc>
                        <a:spcBef>
                          <a:spcPts val="200"/>
                        </a:spcBef>
                        <a:buNone/>
                      </a:pPr>
                      <a:r>
                        <a:rPr lang="zh-CN" altLang="en-US" sz="1400"/>
                        <a:t>或称“捆绑者”，</a:t>
                      </a:r>
                      <a:r>
                        <a:rPr lang="zh-CN" altLang="en-US" sz="1400">
                          <a:sym typeface="+mn-ea"/>
                        </a:rPr>
                        <a:t>是EOA账户。监听一个专门为</a:t>
                      </a:r>
                      <a:r>
                        <a:rPr lang="en-US" altLang="zh-CN" sz="1400">
                          <a:sym typeface="+mn-ea"/>
                        </a:rPr>
                        <a:t>UserOperation</a:t>
                      </a:r>
                      <a:r>
                        <a:rPr lang="zh-CN" altLang="en-US" sz="1400">
                          <a:sym typeface="+mn-ea"/>
                        </a:rPr>
                        <a:t>建立的</a:t>
                      </a:r>
                      <a:r>
                        <a:rPr lang="en-US" altLang="zh-CN" sz="1400">
                          <a:sym typeface="+mn-ea"/>
                        </a:rPr>
                        <a:t>mempool</a:t>
                      </a:r>
                      <a:r>
                        <a:rPr lang="zh-CN" altLang="en-US" sz="1400">
                          <a:sym typeface="+mn-ea"/>
                        </a:rPr>
                        <a:t>，</a:t>
                      </a:r>
                      <a:r>
                        <a:rPr lang="zh-CN" altLang="en-US" sz="1400"/>
                        <a:t>将多个UserOperation打包成一个</a:t>
                      </a:r>
                      <a:r>
                        <a:rPr lang="en-US" altLang="zh-CN" sz="1400"/>
                        <a:t>bundle transaction</a:t>
                      </a:r>
                      <a:r>
                        <a:rPr lang="zh-CN" altLang="en-US" sz="1400"/>
                        <a:t>然后上链。</a:t>
                      </a:r>
                      <a:endParaRPr lang="zh-CN" altLang="en-US" sz="1400"/>
                    </a:p>
                  </a:txBody>
                  <a:tcPr>
                    <a:solidFill>
                      <a:srgbClr val="F2F2F2"/>
                    </a:solidFill>
                  </a:tcPr>
                </a:tc>
              </a:tr>
              <a:tr h="591185">
                <a:tc>
                  <a:txBody>
                    <a:bodyPr/>
                    <a:p>
                      <a:pPr algn="l" eaLnBrk="1" fontAlgn="auto" hangingPunct="1">
                        <a:lnSpc>
                          <a:spcPct val="160000"/>
                        </a:lnSpc>
                        <a:spcBef>
                          <a:spcPts val="200"/>
                        </a:spcBef>
                        <a:buNone/>
                      </a:pPr>
                      <a:r>
                        <a:rPr lang="zh-CN" altLang="en-US" sz="1400"/>
                        <a:t>钱包工厂（</a:t>
                      </a:r>
                      <a:r>
                        <a:rPr lang="en-US" altLang="zh-CN" sz="1400"/>
                        <a:t>Wallet </a:t>
                      </a:r>
                      <a:r>
                        <a:rPr lang="en-US" altLang="zh-CN" sz="1400"/>
                        <a:t>Factory</a:t>
                      </a:r>
                      <a:r>
                        <a:rPr lang="zh-CN" altLang="en-US" sz="1400"/>
                        <a:t>）</a:t>
                      </a:r>
                      <a:endParaRPr lang="zh-CN" altLang="en-US" sz="1400"/>
                    </a:p>
                  </a:txBody>
                  <a:tcPr>
                    <a:solidFill>
                      <a:schemeClr val="bg1"/>
                    </a:solidFill>
                  </a:tcPr>
                </a:tc>
                <a:tc>
                  <a:txBody>
                    <a:bodyPr/>
                    <a:p>
                      <a:pPr algn="l" eaLnBrk="1" fontAlgn="auto" hangingPunct="1">
                        <a:lnSpc>
                          <a:spcPts val="2200"/>
                        </a:lnSpc>
                        <a:spcBef>
                          <a:spcPts val="200"/>
                        </a:spcBef>
                        <a:buNone/>
                      </a:pPr>
                      <a:r>
                        <a:rPr lang="zh-CN" altLang="en-US" sz="1400"/>
                        <a:t>是一个创建智能合约钱包的合约。</a:t>
                      </a:r>
                      <a:endParaRPr lang="zh-CN" altLang="en-US" sz="1400"/>
                    </a:p>
                  </a:txBody>
                  <a:tcPr>
                    <a:solidFill>
                      <a:schemeClr val="bg1"/>
                    </a:solidFill>
                  </a:tcPr>
                </a:tc>
              </a:tr>
              <a:tr h="585470">
                <a:tc>
                  <a:txBody>
                    <a:bodyPr/>
                    <a:p>
                      <a:pPr algn="l" eaLnBrk="1" fontAlgn="auto" hangingPunct="1">
                        <a:lnSpc>
                          <a:spcPct val="140000"/>
                        </a:lnSpc>
                        <a:spcBef>
                          <a:spcPts val="200"/>
                        </a:spcBef>
                        <a:buNone/>
                      </a:pPr>
                      <a:r>
                        <a:rPr lang="zh-CN" altLang="en-US" sz="1400">
                          <a:solidFill>
                            <a:schemeClr val="tx1"/>
                          </a:solidFill>
                        </a:rPr>
                        <a:t>入口点合约（</a:t>
                      </a:r>
                      <a:r>
                        <a:rPr lang="en-US" altLang="zh-CN" sz="1400">
                          <a:solidFill>
                            <a:schemeClr val="tx1"/>
                          </a:solidFill>
                        </a:rPr>
                        <a:t>EntryPoint contract</a:t>
                      </a:r>
                      <a:r>
                        <a:rPr lang="zh-CN" altLang="en-US" sz="1400">
                          <a:solidFill>
                            <a:schemeClr val="tx1"/>
                          </a:solidFill>
                        </a:rPr>
                        <a:t>）</a:t>
                      </a:r>
                      <a:endParaRPr lang="zh-CN" altLang="en-US" sz="1400">
                        <a:solidFill>
                          <a:schemeClr val="tx1"/>
                        </a:solidFill>
                      </a:endParaRPr>
                    </a:p>
                  </a:txBody>
                  <a:tcPr>
                    <a:solidFill>
                      <a:srgbClr val="F2F2F2"/>
                    </a:solidFill>
                  </a:tcPr>
                </a:tc>
                <a:tc>
                  <a:txBody>
                    <a:bodyPr/>
                    <a:p>
                      <a:pPr algn="l" eaLnBrk="1" fontAlgn="auto" hangingPunct="1">
                        <a:lnSpc>
                          <a:spcPts val="2200"/>
                        </a:lnSpc>
                        <a:spcBef>
                          <a:spcPts val="200"/>
                        </a:spcBef>
                        <a:buNone/>
                      </a:pPr>
                      <a:r>
                        <a:rPr lang="zh-CN" altLang="en-US" sz="1400">
                          <a:solidFill>
                            <a:schemeClr val="tx1"/>
                          </a:solidFill>
                        </a:rPr>
                        <a:t>是一个单例</a:t>
                      </a:r>
                      <a:r>
                        <a:rPr lang="zh-CN" altLang="en-US" sz="1400">
                          <a:solidFill>
                            <a:schemeClr val="tx1"/>
                          </a:solidFill>
                        </a:rPr>
                        <a:t>智能合约，接收打包者发来的捆绑交易，验证和执行</a:t>
                      </a:r>
                      <a:r>
                        <a:rPr lang="en-US" altLang="zh-CN" sz="1400">
                          <a:solidFill>
                            <a:schemeClr val="tx1"/>
                          </a:solidFill>
                        </a:rPr>
                        <a:t>UserOperation</a:t>
                      </a:r>
                      <a:r>
                        <a:rPr lang="zh-CN" altLang="en-US" sz="1400">
                          <a:solidFill>
                            <a:schemeClr val="tx1"/>
                          </a:solidFill>
                        </a:rPr>
                        <a:t>。 </a:t>
                      </a:r>
                      <a:endParaRPr lang="zh-CN" altLang="en-US" sz="1400">
                        <a:solidFill>
                          <a:schemeClr val="tx1"/>
                        </a:solidFill>
                      </a:endParaRPr>
                    </a:p>
                  </a:txBody>
                  <a:tcPr>
                    <a:solidFill>
                      <a:srgbClr val="F2F2F2"/>
                    </a:solidFill>
                  </a:tcPr>
                </a:tc>
              </a:tr>
              <a:tr h="836930">
                <a:tc>
                  <a:txBody>
                    <a:bodyPr/>
                    <a:p>
                      <a:pPr algn="l" eaLnBrk="1" fontAlgn="auto" hangingPunct="1">
                        <a:lnSpc>
                          <a:spcPct val="160000"/>
                        </a:lnSpc>
                        <a:spcBef>
                          <a:spcPts val="200"/>
                        </a:spcBef>
                        <a:buNone/>
                      </a:pPr>
                      <a:r>
                        <a:rPr lang="zh-CN" altLang="en-US" sz="1400">
                          <a:solidFill>
                            <a:schemeClr val="tx1"/>
                          </a:solidFill>
                        </a:rPr>
                        <a:t>智能</a:t>
                      </a:r>
                      <a:r>
                        <a:rPr lang="zh-CN" altLang="en-US" sz="1400">
                          <a:solidFill>
                            <a:schemeClr val="tx1"/>
                          </a:solidFill>
                          <a:sym typeface="+mn-ea"/>
                        </a:rPr>
                        <a:t>合约</a:t>
                      </a:r>
                      <a:r>
                        <a:rPr lang="zh-CN" altLang="en-US" sz="1400">
                          <a:solidFill>
                            <a:schemeClr val="tx1"/>
                          </a:solidFill>
                        </a:rPr>
                        <a:t>钱包（</a:t>
                      </a:r>
                      <a:r>
                        <a:rPr lang="en-US" altLang="zh-CN" sz="1400">
                          <a:solidFill>
                            <a:schemeClr val="tx1"/>
                          </a:solidFill>
                        </a:rPr>
                        <a:t>Smart wallet contract</a:t>
                      </a:r>
                      <a:r>
                        <a:rPr lang="zh-CN" altLang="en-US" sz="1400">
                          <a:solidFill>
                            <a:schemeClr val="tx1"/>
                          </a:solidFill>
                        </a:rPr>
                        <a:t>）</a:t>
                      </a:r>
                      <a:endParaRPr lang="zh-CN" altLang="en-US" sz="1400">
                        <a:solidFill>
                          <a:schemeClr val="tx1"/>
                        </a:solidFill>
                      </a:endParaRPr>
                    </a:p>
                  </a:txBody>
                  <a:tcPr>
                    <a:solidFill>
                      <a:schemeClr val="bg1"/>
                    </a:solidFill>
                  </a:tcPr>
                </a:tc>
                <a:tc>
                  <a:txBody>
                    <a:bodyPr/>
                    <a:p>
                      <a:pPr algn="l" eaLnBrk="1" fontAlgn="auto" hangingPunct="1">
                        <a:lnSpc>
                          <a:spcPts val="2200"/>
                        </a:lnSpc>
                        <a:spcBef>
                          <a:spcPts val="200"/>
                        </a:spcBef>
                        <a:buNone/>
                      </a:pPr>
                      <a:r>
                        <a:rPr lang="zh-CN" altLang="en-US" sz="1400">
                          <a:solidFill>
                            <a:schemeClr val="tx1"/>
                          </a:solidFill>
                        </a:rPr>
                        <a:t>是</a:t>
                      </a:r>
                      <a:r>
                        <a:rPr lang="zh-CN" altLang="en-US" sz="1400">
                          <a:solidFill>
                            <a:schemeClr val="tx1"/>
                          </a:solidFill>
                        </a:rPr>
                        <a:t>合约账户，用户在链上的身份地址，负责执行UserOperation的具体内容（实现自定义的钱包逻辑）。</a:t>
                      </a:r>
                      <a:endParaRPr lang="zh-CN" altLang="en-US" sz="1400">
                        <a:solidFill>
                          <a:schemeClr val="tx1"/>
                        </a:solidFill>
                      </a:endParaRPr>
                    </a:p>
                  </a:txBody>
                  <a:tcPr>
                    <a:solidFill>
                      <a:schemeClr val="bg1"/>
                    </a:solidFill>
                  </a:tcPr>
                </a:tc>
              </a:tr>
              <a:tr h="826770">
                <a:tc>
                  <a:txBody>
                    <a:bodyPr/>
                    <a:p>
                      <a:pPr algn="l" eaLnBrk="1" fontAlgn="auto" hangingPunct="1">
                        <a:lnSpc>
                          <a:spcPct val="140000"/>
                        </a:lnSpc>
                        <a:spcBef>
                          <a:spcPts val="200"/>
                        </a:spcBef>
                        <a:buNone/>
                      </a:pPr>
                      <a:r>
                        <a:rPr lang="zh-CN" altLang="en-US" sz="1400" b="1"/>
                        <a:t>代付方合约（</a:t>
                      </a:r>
                      <a:r>
                        <a:rPr lang="en-US" altLang="zh-CN" sz="1400" b="1"/>
                        <a:t>Paymaster contract</a:t>
                      </a:r>
                      <a:r>
                        <a:rPr lang="zh-CN" altLang="en-US" sz="1400" b="1"/>
                        <a:t>）</a:t>
                      </a:r>
                      <a:endParaRPr lang="zh-CN" altLang="en-US" sz="1400" b="1"/>
                    </a:p>
                  </a:txBody>
                  <a:tcPr>
                    <a:solidFill>
                      <a:srgbClr val="F2F2F2"/>
                    </a:solidFill>
                  </a:tcPr>
                </a:tc>
                <a:tc>
                  <a:txBody>
                    <a:bodyPr/>
                    <a:p>
                      <a:pPr algn="l" eaLnBrk="1" fontAlgn="auto" hangingPunct="1">
                        <a:lnSpc>
                          <a:spcPts val="2200"/>
                        </a:lnSpc>
                        <a:spcBef>
                          <a:spcPts val="200"/>
                        </a:spcBef>
                        <a:buNone/>
                      </a:pPr>
                      <a:r>
                        <a:rPr lang="zh-CN" altLang="en-US" sz="1400"/>
                        <a:t>是可选的智能合约账户，为账户合约赞助 Gas 费用，允许其所有者使用 ERC-20 代币</a:t>
                      </a:r>
                      <a:r>
                        <a:rPr lang="zh-CN" altLang="en-US" sz="1400"/>
                        <a:t>完成支付。</a:t>
                      </a:r>
                      <a:endParaRPr lang="zh-CN" altLang="en-US" sz="1400"/>
                    </a:p>
                  </a:txBody>
                  <a:tcPr>
                    <a:solidFill>
                      <a:srgbClr val="F2F2F2"/>
                    </a:solidFill>
                  </a:tcPr>
                </a:tc>
              </a:tr>
            </a:tbl>
          </a:graphicData>
        </a:graphic>
      </p:graphicFrame>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圆角矩形 95"/>
          <p:cNvSpPr/>
          <p:nvPr>
            <p:custDataLst>
              <p:tags r:id="rId1"/>
            </p:custDataLst>
          </p:nvPr>
        </p:nvSpPr>
        <p:spPr>
          <a:xfrm>
            <a:off x="691515" y="3834130"/>
            <a:ext cx="10682605" cy="2705735"/>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2" name="矩形 1"/>
          <p:cNvSpPr/>
          <p:nvPr/>
        </p:nvSpPr>
        <p:spPr>
          <a:xfrm>
            <a:off x="691515" y="855980"/>
            <a:ext cx="10682605" cy="2705735"/>
          </a:xfrm>
          <a:prstGeom prst="rect">
            <a:avLst/>
          </a:prstGeom>
          <a:solidFill>
            <a:schemeClr val="bg1"/>
          </a:solidFill>
          <a:ln w="12700" cap="flat">
            <a:noFill/>
            <a:prstDash val="solid"/>
            <a:round/>
          </a:ln>
          <a:effectLst>
            <a:outerShdw blurRad="127000" sx="102000" sy="102000" algn="ctr" rotWithShape="0">
              <a:prstClr val="black">
                <a:alpha val="10000"/>
              </a:prstClr>
            </a:outerShdw>
          </a:effectLst>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u="none" strike="noStrike" cap="none" spc="0" normalizeH="0" baseline="0">
              <a:ln>
                <a:noFill/>
              </a:ln>
              <a:solidFill>
                <a:srgbClr val="4B4B4B"/>
              </a:solidFill>
              <a:effectLst/>
              <a:uFillTx/>
              <a:latin typeface="Arial" panose="020B0604020202090204" pitchFamily="34" charset="0"/>
              <a:ea typeface="方正兰亭黑简体" panose="02000000000000000000" pitchFamily="2" charset="-122"/>
              <a:sym typeface="Arial" panose="020B0604020202090204" pitchFamily="34" charset="0"/>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063" y="199024"/>
            <a:ext cx="294767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pPr algn="l"/>
            <a:r>
              <a:rPr lang="zh-CN" altLang="en-US" dirty="0" smtClean="0">
                <a:latin typeface="Arial" panose="020B0604020202090204" pitchFamily="34" charset="0"/>
                <a:ea typeface="方正兰亭黑简体" panose="02000000000000000000" pitchFamily="2" charset="-122"/>
                <a:sym typeface="Arial" panose="020B0604020202090204" pitchFamily="34" charset="0"/>
              </a:rPr>
              <a:t>以太坊</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账户体系</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简介</a:t>
            </a:r>
            <a:endParaRPr lang="zh-CN" altLang="en-US" dirty="0" smtClean="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2"/>
          <a:stretch>
            <a:fillRect/>
          </a:stretch>
        </p:blipFill>
        <p:spPr>
          <a:xfrm>
            <a:off x="-6929" y="-6659"/>
            <a:ext cx="826658" cy="826658"/>
          </a:xfrm>
          <a:prstGeom prst="rect">
            <a:avLst/>
          </a:prstGeom>
          <a:ln w="12700">
            <a:miter lim="400000"/>
            <a:headEnd/>
            <a:tailEnd/>
          </a:ln>
        </p:spPr>
      </p:pic>
      <p:sp>
        <p:nvSpPr>
          <p:cNvPr id="56" name="文本框 55"/>
          <p:cNvSpPr txBox="1"/>
          <p:nvPr/>
        </p:nvSpPr>
        <p:spPr>
          <a:xfrm>
            <a:off x="9606915" y="1004570"/>
            <a:ext cx="1616710" cy="8286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R="0" algn="l" defTabSz="457200" rtl="0" eaLnBrk="1">
              <a:lnSpc>
                <a:spcPct val="150000"/>
              </a:lnSpc>
              <a:spcBef>
                <a:spcPts val="0"/>
              </a:spcBef>
              <a:spcAft>
                <a:spcPts val="0"/>
              </a:spcAft>
              <a:buClrTx/>
              <a:buSzTx/>
              <a:buFontTx/>
              <a:buNone/>
            </a:pPr>
            <a:r>
              <a:rPr lang="zh-CN" altLang="en-US" sz="1600" b="1">
                <a:solidFill>
                  <a:schemeClr val="tx1">
                    <a:lumMod val="50000"/>
                  </a:schemeClr>
                </a:solidFill>
              </a:rPr>
              <a:t>传统</a:t>
            </a:r>
            <a:r>
              <a:rPr lang="en-US" altLang="zh-CN" sz="1600" b="1">
                <a:solidFill>
                  <a:schemeClr val="tx1">
                    <a:lumMod val="50000"/>
                  </a:schemeClr>
                </a:solidFill>
              </a:rPr>
              <a:t>EOA</a:t>
            </a:r>
            <a:r>
              <a:rPr lang="zh-CN" altLang="en-US" sz="1600" b="1">
                <a:solidFill>
                  <a:schemeClr val="tx1">
                    <a:lumMod val="50000"/>
                  </a:schemeClr>
                </a:solidFill>
              </a:rPr>
              <a:t>账户主导的交易流程</a:t>
            </a:r>
            <a:endParaRPr lang="zh-CN" altLang="en-US" sz="1600" b="1">
              <a:solidFill>
                <a:schemeClr val="tx1">
                  <a:lumMod val="50000"/>
                </a:schemeClr>
              </a:solidFill>
            </a:endParaRPr>
          </a:p>
        </p:txBody>
      </p:sp>
      <p:grpSp>
        <p:nvGrpSpPr>
          <p:cNvPr id="179" name="组合 178"/>
          <p:cNvGrpSpPr/>
          <p:nvPr/>
        </p:nvGrpSpPr>
        <p:grpSpPr>
          <a:xfrm>
            <a:off x="969645" y="4032885"/>
            <a:ext cx="9207500" cy="2372995"/>
            <a:chOff x="2244" y="6431"/>
            <a:chExt cx="14500" cy="3737"/>
          </a:xfrm>
        </p:grpSpPr>
        <p:cxnSp>
          <p:nvCxnSpPr>
            <p:cNvPr id="17" name="直线箭头连接符 4"/>
            <p:cNvCxnSpPr/>
            <p:nvPr>
              <p:custDataLst>
                <p:tags r:id="rId3"/>
              </p:custDataLst>
            </p:nvPr>
          </p:nvCxnSpPr>
          <p:spPr>
            <a:xfrm>
              <a:off x="2244" y="8165"/>
              <a:ext cx="14500"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7" name="组合 46"/>
            <p:cNvGrpSpPr/>
            <p:nvPr/>
          </p:nvGrpSpPr>
          <p:grpSpPr>
            <a:xfrm rot="0">
              <a:off x="12526" y="7903"/>
              <a:ext cx="473" cy="473"/>
              <a:chOff x="9171101" y="3404629"/>
              <a:chExt cx="300536" cy="300537"/>
            </a:xfrm>
          </p:grpSpPr>
          <p:sp>
            <p:nvSpPr>
              <p:cNvPr id="52" name="椭圆 51"/>
              <p:cNvSpPr/>
              <p:nvPr>
                <p:custDataLst>
                  <p:tags r:id="rId4"/>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custDataLst>
                  <p:tags r:id="rId5"/>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68" name="组合 67"/>
            <p:cNvGrpSpPr/>
            <p:nvPr/>
          </p:nvGrpSpPr>
          <p:grpSpPr>
            <a:xfrm rot="0">
              <a:off x="2634" y="8402"/>
              <a:ext cx="1292" cy="730"/>
              <a:chOff x="1718872" y="3443125"/>
              <a:chExt cx="820272" cy="463845"/>
            </a:xfrm>
          </p:grpSpPr>
          <p:cxnSp>
            <p:nvCxnSpPr>
              <p:cNvPr id="72" name="肘形连接符 102"/>
              <p:cNvCxnSpPr>
                <a:stCxn id="73" idx="5"/>
              </p:cNvCxnSpPr>
              <p:nvPr>
                <p:custDataLst>
                  <p:tags r:id="rId6"/>
                </p:custDataLst>
              </p:nvPr>
            </p:nvCxnSpPr>
            <p:spPr>
              <a:xfrm rot="5400000" flipH="1" flipV="1">
                <a:off x="1964321" y="3312454"/>
                <a:ext cx="444152" cy="705494"/>
              </a:xfrm>
              <a:prstGeom prst="curvedConnector3">
                <a:avLst>
                  <a:gd name="adj1" fmla="val 52717"/>
                </a:avLst>
              </a:prstGeom>
              <a:ln w="12700">
                <a:prstDash val="dash"/>
              </a:ln>
            </p:spPr>
            <p:style>
              <a:lnRef idx="1">
                <a:schemeClr val="accent1"/>
              </a:lnRef>
              <a:fillRef idx="0">
                <a:schemeClr val="accent1"/>
              </a:fillRef>
              <a:effectRef idx="0">
                <a:schemeClr val="accent1"/>
              </a:effectRef>
              <a:fontRef idx="minor">
                <a:schemeClr val="tx1"/>
              </a:fontRef>
            </p:style>
          </p:cxnSp>
          <p:sp>
            <p:nvSpPr>
              <p:cNvPr id="73" name="椭圆 72"/>
              <p:cNvSpPr/>
              <p:nvPr>
                <p:custDataLst>
                  <p:tags r:id="rId7"/>
                </p:custDataLst>
              </p:nvPr>
            </p:nvSpPr>
            <p:spPr>
              <a:xfrm>
                <a:off x="1718872" y="3772499"/>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4" name="组合 73"/>
            <p:cNvGrpSpPr/>
            <p:nvPr/>
          </p:nvGrpSpPr>
          <p:grpSpPr>
            <a:xfrm rot="0">
              <a:off x="2584" y="9148"/>
              <a:ext cx="2299" cy="1021"/>
              <a:chOff x="3409428" y="2701018"/>
              <a:chExt cx="1459569" cy="648590"/>
            </a:xfrm>
          </p:grpSpPr>
          <p:sp>
            <p:nvSpPr>
              <p:cNvPr id="75" name="2018年10月"/>
              <p:cNvSpPr txBox="1"/>
              <p:nvPr>
                <p:custDataLst>
                  <p:tags r:id="rId8"/>
                </p:custDataLst>
              </p:nvPr>
            </p:nvSpPr>
            <p:spPr>
              <a:xfrm>
                <a:off x="3409428" y="2701018"/>
                <a:ext cx="1314183" cy="275595"/>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用户发起交易意图</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76" name="完成2.2亿美元C轮融资，GIC领投；腾讯继续跟投，全面深化战略合作"/>
              <p:cNvSpPr txBox="1"/>
              <p:nvPr>
                <p:custDataLst>
                  <p:tags r:id="rId9"/>
                </p:custDataLst>
              </p:nvPr>
            </p:nvSpPr>
            <p:spPr>
              <a:xfrm>
                <a:off x="3428842" y="2981302"/>
                <a:ext cx="1440155" cy="368306"/>
              </a:xfrm>
              <a:prstGeom prst="rect">
                <a:avLst/>
              </a:prstGeom>
              <a:ln w="12700">
                <a:miter lim="400000"/>
              </a:ln>
            </p:spPr>
            <p:txBody>
              <a:bodyPr wrap="square" lIns="45719" rIns="45719">
                <a:spAutoFit/>
              </a:bodyPr>
              <a:lstStyle/>
              <a:p>
                <a:pPr>
                  <a:defRPr sz="1000">
                    <a:latin typeface="Helvetica"/>
                    <a:ea typeface="Helvetica"/>
                    <a:cs typeface="Helvetica"/>
                    <a:sym typeface="Helvetica"/>
                  </a:defRPr>
                </a:pPr>
                <a:r>
                  <a:rPr lang="zh-CN" altLang="en-US"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rPr>
                  <a:t>对交易意图签名，并发至用户操作内存</a:t>
                </a:r>
                <a:r>
                  <a:rPr lang="zh-CN" altLang="en-US"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rPr>
                  <a:t>池</a:t>
                </a:r>
                <a:endParaRPr lang="zh-CN" altLang="en-US"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endParaRPr>
              </a:p>
            </p:txBody>
          </p:sp>
        </p:grpSp>
        <p:grpSp>
          <p:nvGrpSpPr>
            <p:cNvPr id="77" name="组合 76"/>
            <p:cNvGrpSpPr/>
            <p:nvPr/>
          </p:nvGrpSpPr>
          <p:grpSpPr>
            <a:xfrm rot="0">
              <a:off x="5447" y="7303"/>
              <a:ext cx="1361" cy="695"/>
              <a:chOff x="2940203" y="2745437"/>
              <a:chExt cx="864284" cy="441164"/>
            </a:xfrm>
          </p:grpSpPr>
          <p:cxnSp>
            <p:nvCxnSpPr>
              <p:cNvPr id="78" name="肘形连接符 102"/>
              <p:cNvCxnSpPr>
                <a:stCxn id="79" idx="5"/>
              </p:cNvCxnSpPr>
              <p:nvPr>
                <p:custDataLst>
                  <p:tags r:id="rId10"/>
                </p:custDataLst>
              </p:nvPr>
            </p:nvCxnSpPr>
            <p:spPr>
              <a:xfrm rot="16200000" flipH="1">
                <a:off x="3266541" y="2648654"/>
                <a:ext cx="326386" cy="749507"/>
              </a:xfrm>
              <a:prstGeom prst="curvedConnector3">
                <a:avLst>
                  <a:gd name="adj1" fmla="val 21160"/>
                </a:avLst>
              </a:prstGeom>
              <a:ln w="12700">
                <a:prstDash val="dash"/>
              </a:ln>
            </p:spPr>
            <p:style>
              <a:lnRef idx="1">
                <a:schemeClr val="accent1"/>
              </a:lnRef>
              <a:fillRef idx="0">
                <a:schemeClr val="accent1"/>
              </a:fillRef>
              <a:effectRef idx="0">
                <a:schemeClr val="accent1"/>
              </a:effectRef>
              <a:fontRef idx="minor">
                <a:schemeClr val="tx1"/>
              </a:fontRef>
            </p:style>
          </p:cxnSp>
          <p:sp>
            <p:nvSpPr>
              <p:cNvPr id="79" name="椭圆 78"/>
              <p:cNvSpPr/>
              <p:nvPr>
                <p:custDataLst>
                  <p:tags r:id="rId11"/>
                </p:custDataLst>
              </p:nvPr>
            </p:nvSpPr>
            <p:spPr>
              <a:xfrm>
                <a:off x="2940203" y="2745437"/>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80" name="组合 79"/>
            <p:cNvGrpSpPr/>
            <p:nvPr/>
          </p:nvGrpSpPr>
          <p:grpSpPr>
            <a:xfrm rot="0">
              <a:off x="5262" y="6431"/>
              <a:ext cx="2180" cy="803"/>
              <a:chOff x="4799541" y="2701018"/>
              <a:chExt cx="1384005" cy="509846"/>
            </a:xfrm>
          </p:grpSpPr>
          <p:sp>
            <p:nvSpPr>
              <p:cNvPr id="81" name="2019年12月"/>
              <p:cNvSpPr txBox="1"/>
              <p:nvPr>
                <p:custDataLst>
                  <p:tags r:id="rId12"/>
                </p:custDataLst>
              </p:nvPr>
            </p:nvSpPr>
            <p:spPr>
              <a:xfrm>
                <a:off x="4799541" y="2701018"/>
                <a:ext cx="702160" cy="275558"/>
              </a:xfrm>
              <a:prstGeom prst="rect">
                <a:avLst/>
              </a:prstGeom>
              <a:ln w="12700">
                <a:miter lim="400000"/>
              </a:ln>
            </p:spPr>
            <p:txBody>
              <a:bodyPr wrap="none" lIns="45719" rIns="45719">
                <a:spAutoFit/>
              </a:bodyPr>
              <a:lstStyle/>
              <a:p>
                <a:pPr marL="250825" indent="-250825"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rPr>
                  <a:t>批量打包</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endParaRPr>
              </a:p>
            </p:txBody>
          </p:sp>
          <p:sp>
            <p:nvSpPr>
              <p:cNvPr id="82" name="国家“高新技术企业”认证"/>
              <p:cNvSpPr txBox="1"/>
              <p:nvPr>
                <p:custDataLst>
                  <p:tags r:id="rId13"/>
                </p:custDataLst>
              </p:nvPr>
            </p:nvSpPr>
            <p:spPr>
              <a:xfrm>
                <a:off x="4823031" y="2981021"/>
                <a:ext cx="1360515" cy="229843"/>
              </a:xfrm>
              <a:prstGeom prst="rect">
                <a:avLst/>
              </a:prstGeom>
              <a:ln w="12700">
                <a:miter lim="400000"/>
              </a:ln>
            </p:spPr>
            <p:txBody>
              <a:bodyPr wrap="square" lIns="45719" rIns="45719">
                <a:spAutoFit/>
              </a:bodyPr>
              <a:lstStyle>
                <a:lvl1pPr defTabSz="898525">
                  <a:defRPr sz="1000">
                    <a:latin typeface="Helvetica"/>
                    <a:ea typeface="Helvetica"/>
                    <a:cs typeface="Helvetica"/>
                    <a:sym typeface="Helvetica"/>
                  </a:defRPr>
                </a:lvl1pPr>
              </a:lstStyle>
              <a:p>
                <a:r>
                  <a:rPr lang="zh-CN" sz="900" dirty="0">
                    <a:latin typeface="Microsoft YaHei Light" panose="020B0503020204020204" pitchFamily="34" charset="-122"/>
                    <a:ea typeface="Microsoft YaHei Light" panose="020B0503020204020204" pitchFamily="34" charset="-122"/>
                    <a:cs typeface="Source Han Sans CN Normal" panose="020B0500000000000000" charset="-122"/>
                  </a:rPr>
                  <a:t>打包者批量打包用户操作</a:t>
                </a:r>
                <a:endParaRPr lang="zh-CN" sz="900" dirty="0">
                  <a:latin typeface="Microsoft YaHei Light" panose="020B0503020204020204" pitchFamily="34" charset="-122"/>
                  <a:ea typeface="Microsoft YaHei Light" panose="020B0503020204020204" pitchFamily="34" charset="-122"/>
                  <a:cs typeface="Source Han Sans CN Normal" panose="020B0500000000000000" charset="-122"/>
                </a:endParaRPr>
              </a:p>
            </p:txBody>
          </p:sp>
        </p:grpSp>
        <p:grpSp>
          <p:nvGrpSpPr>
            <p:cNvPr id="83" name="组合 82"/>
            <p:cNvGrpSpPr/>
            <p:nvPr/>
          </p:nvGrpSpPr>
          <p:grpSpPr>
            <a:xfrm rot="0">
              <a:off x="8320" y="8402"/>
              <a:ext cx="1292" cy="730"/>
              <a:chOff x="1718872" y="3443125"/>
              <a:chExt cx="820272" cy="463845"/>
            </a:xfrm>
          </p:grpSpPr>
          <p:cxnSp>
            <p:nvCxnSpPr>
              <p:cNvPr id="84" name="肘形连接符 102"/>
              <p:cNvCxnSpPr>
                <a:stCxn id="85" idx="5"/>
              </p:cNvCxnSpPr>
              <p:nvPr>
                <p:custDataLst>
                  <p:tags r:id="rId14"/>
                </p:custDataLst>
              </p:nvPr>
            </p:nvCxnSpPr>
            <p:spPr>
              <a:xfrm rot="5400000" flipH="1" flipV="1">
                <a:off x="1964321" y="3312454"/>
                <a:ext cx="444152" cy="705494"/>
              </a:xfrm>
              <a:prstGeom prst="curvedConnector3">
                <a:avLst>
                  <a:gd name="adj1" fmla="val 47633"/>
                </a:avLst>
              </a:prstGeom>
              <a:ln w="12700">
                <a:prstDash val="dash"/>
              </a:ln>
            </p:spPr>
            <p:style>
              <a:lnRef idx="1">
                <a:schemeClr val="accent1"/>
              </a:lnRef>
              <a:fillRef idx="0">
                <a:schemeClr val="accent1"/>
              </a:fillRef>
              <a:effectRef idx="0">
                <a:schemeClr val="accent1"/>
              </a:effectRef>
              <a:fontRef idx="minor">
                <a:schemeClr val="tx1"/>
              </a:fontRef>
            </p:style>
          </p:cxnSp>
          <p:sp>
            <p:nvSpPr>
              <p:cNvPr id="85" name="椭圆 84"/>
              <p:cNvSpPr/>
              <p:nvPr>
                <p:custDataLst>
                  <p:tags r:id="rId15"/>
                </p:custDataLst>
              </p:nvPr>
            </p:nvSpPr>
            <p:spPr>
              <a:xfrm>
                <a:off x="1718872" y="3772499"/>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86" name="组合 85"/>
            <p:cNvGrpSpPr/>
            <p:nvPr/>
          </p:nvGrpSpPr>
          <p:grpSpPr>
            <a:xfrm rot="0">
              <a:off x="8224" y="9148"/>
              <a:ext cx="1980" cy="803"/>
              <a:chOff x="6309270" y="2701018"/>
              <a:chExt cx="1257477" cy="509846"/>
            </a:xfrm>
          </p:grpSpPr>
          <p:sp>
            <p:nvSpPr>
              <p:cNvPr id="87" name="2020年9月"/>
              <p:cNvSpPr txBox="1"/>
              <p:nvPr>
                <p:custDataLst>
                  <p:tags r:id="rId16"/>
                </p:custDataLst>
              </p:nvPr>
            </p:nvSpPr>
            <p:spPr>
              <a:xfrm>
                <a:off x="6309270" y="2701018"/>
                <a:ext cx="702409" cy="275558"/>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发送交易</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88" name="武汉研发中心成立"/>
              <p:cNvSpPr txBox="1"/>
              <p:nvPr>
                <p:custDataLst>
                  <p:tags r:id="rId17"/>
                </p:custDataLst>
              </p:nvPr>
            </p:nvSpPr>
            <p:spPr>
              <a:xfrm>
                <a:off x="6320067" y="2981021"/>
                <a:ext cx="1246680" cy="229843"/>
              </a:xfrm>
              <a:prstGeom prst="rect">
                <a:avLst/>
              </a:prstGeom>
              <a:ln w="12700">
                <a:miter lim="400000"/>
              </a:ln>
            </p:spPr>
            <p:txBody>
              <a:bodyPr wrap="none" lIns="45719" rIns="45719">
                <a:noAutofit/>
              </a:bodyPr>
              <a:lstStyle>
                <a:lvl1pPr>
                  <a:defRPr sz="1000">
                    <a:latin typeface="Helvetica"/>
                    <a:ea typeface="Helvetica"/>
                    <a:cs typeface="Helvetica"/>
                    <a:sym typeface="Helvetica"/>
                  </a:defRPr>
                </a:lvl1pPr>
              </a:lstStyle>
              <a:p>
                <a:pPr algn="l"/>
                <a:r>
                  <a:rPr lang="zh-CN" altLang="en-US" sz="900" dirty="0">
                    <a:latin typeface="Microsoft YaHei Light" panose="020B0503020204020204" pitchFamily="34" charset="-122"/>
                    <a:ea typeface="Microsoft YaHei Light" panose="020B0503020204020204" pitchFamily="34" charset="-122"/>
                    <a:sym typeface="+mn-ea"/>
                  </a:rPr>
                  <a:t>发送捆绑交易到节点的交易内存池</a:t>
                </a:r>
                <a:endParaRPr lang="zh-CN" altLang="en-US" sz="900" dirty="0">
                  <a:latin typeface="Microsoft YaHei Light" panose="020B0503020204020204" pitchFamily="34" charset="-122"/>
                  <a:ea typeface="Microsoft YaHei Light" panose="020B0503020204020204" pitchFamily="34" charset="-122"/>
                  <a:sym typeface="+mn-ea"/>
                </a:endParaRPr>
              </a:p>
            </p:txBody>
          </p:sp>
        </p:grpSp>
        <p:grpSp>
          <p:nvGrpSpPr>
            <p:cNvPr id="92" name="组合 91"/>
            <p:cNvGrpSpPr/>
            <p:nvPr/>
          </p:nvGrpSpPr>
          <p:grpSpPr>
            <a:xfrm rot="0">
              <a:off x="11257" y="6431"/>
              <a:ext cx="1774" cy="776"/>
              <a:chOff x="10197476" y="1448163"/>
              <a:chExt cx="1126479" cy="493148"/>
            </a:xfrm>
          </p:grpSpPr>
          <p:sp>
            <p:nvSpPr>
              <p:cNvPr id="93" name="2020年12月"/>
              <p:cNvSpPr txBox="1"/>
              <p:nvPr>
                <p:custDataLst>
                  <p:tags r:id="rId18"/>
                </p:custDataLst>
              </p:nvPr>
            </p:nvSpPr>
            <p:spPr>
              <a:xfrm>
                <a:off x="10197476" y="1448163"/>
                <a:ext cx="702303" cy="275638"/>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交易上</a:t>
                </a: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链</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94" name="成功申请新加坡数字银行牌照"/>
              <p:cNvSpPr txBox="1"/>
              <p:nvPr>
                <p:custDataLst>
                  <p:tags r:id="rId19"/>
                </p:custDataLst>
              </p:nvPr>
            </p:nvSpPr>
            <p:spPr>
              <a:xfrm>
                <a:off x="10205096" y="1711401"/>
                <a:ext cx="1118859" cy="229910"/>
              </a:xfrm>
              <a:prstGeom prst="rect">
                <a:avLst/>
              </a:prstGeom>
              <a:ln w="12700">
                <a:miter lim="400000"/>
              </a:ln>
            </p:spPr>
            <p:txBody>
              <a:bodyPr wrap="none" lIns="45719" rIns="45719">
                <a:spAutoFit/>
              </a:bodyPr>
              <a:lstStyle>
                <a:lvl1pPr>
                  <a:defRPr sz="1000">
                    <a:latin typeface="Helvetica"/>
                    <a:ea typeface="Helvetica"/>
                    <a:cs typeface="Helvetica"/>
                    <a:sym typeface="Helvetica"/>
                  </a:defRPr>
                </a:lvl1pPr>
              </a:lstStyle>
              <a:p>
                <a:pPr>
                  <a:defRPr sz="1000">
                    <a:latin typeface="Helvetica"/>
                    <a:ea typeface="Helvetica"/>
                    <a:cs typeface="Helvetica"/>
                    <a:sym typeface="Helvetica"/>
                  </a:defRPr>
                </a:pPr>
                <a:r>
                  <a:rPr lang="zh-CN"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rPr>
                  <a:t>矿工出块，交易上</a:t>
                </a:r>
                <a:r>
                  <a:rPr lang="zh-CN"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rPr>
                  <a:t>链</a:t>
                </a:r>
                <a:endParaRPr lang="zh-CN"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endParaRPr>
              </a:p>
            </p:txBody>
          </p:sp>
        </p:grpSp>
        <p:grpSp>
          <p:nvGrpSpPr>
            <p:cNvPr id="99" name="组合 98"/>
            <p:cNvGrpSpPr/>
            <p:nvPr/>
          </p:nvGrpSpPr>
          <p:grpSpPr>
            <a:xfrm rot="0">
              <a:off x="11402" y="7303"/>
              <a:ext cx="1361" cy="695"/>
              <a:chOff x="2940203" y="2745437"/>
              <a:chExt cx="864284" cy="441164"/>
            </a:xfrm>
          </p:grpSpPr>
          <p:cxnSp>
            <p:nvCxnSpPr>
              <p:cNvPr id="100" name="肘形连接符 102"/>
              <p:cNvCxnSpPr>
                <a:stCxn id="101" idx="5"/>
              </p:cNvCxnSpPr>
              <p:nvPr>
                <p:custDataLst>
                  <p:tags r:id="rId20"/>
                </p:custDataLst>
              </p:nvPr>
            </p:nvCxnSpPr>
            <p:spPr>
              <a:xfrm rot="16200000" flipH="1">
                <a:off x="3266541" y="2648654"/>
                <a:ext cx="326386" cy="749507"/>
              </a:xfrm>
              <a:prstGeom prst="curvedConnector3">
                <a:avLst>
                  <a:gd name="adj1" fmla="val 21160"/>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01" name="椭圆 100"/>
              <p:cNvSpPr/>
              <p:nvPr>
                <p:custDataLst>
                  <p:tags r:id="rId21"/>
                </p:custDataLst>
              </p:nvPr>
            </p:nvSpPr>
            <p:spPr>
              <a:xfrm>
                <a:off x="2940203" y="2745437"/>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2" name="组合 101"/>
            <p:cNvGrpSpPr/>
            <p:nvPr/>
          </p:nvGrpSpPr>
          <p:grpSpPr>
            <a:xfrm rot="0">
              <a:off x="9406" y="7903"/>
              <a:ext cx="473" cy="473"/>
              <a:chOff x="9171101" y="3404629"/>
              <a:chExt cx="300536" cy="300537"/>
            </a:xfrm>
          </p:grpSpPr>
          <p:sp>
            <p:nvSpPr>
              <p:cNvPr id="103" name="椭圆 102"/>
              <p:cNvSpPr/>
              <p:nvPr>
                <p:custDataLst>
                  <p:tags r:id="rId22"/>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椭圆 103"/>
              <p:cNvSpPr/>
              <p:nvPr>
                <p:custDataLst>
                  <p:tags r:id="rId23"/>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5" name="组合 104"/>
            <p:cNvGrpSpPr/>
            <p:nvPr/>
          </p:nvGrpSpPr>
          <p:grpSpPr>
            <a:xfrm rot="0">
              <a:off x="6575" y="7903"/>
              <a:ext cx="473" cy="473"/>
              <a:chOff x="9171101" y="3404629"/>
              <a:chExt cx="300536" cy="300537"/>
            </a:xfrm>
          </p:grpSpPr>
          <p:sp>
            <p:nvSpPr>
              <p:cNvPr id="106" name="椭圆 105"/>
              <p:cNvSpPr/>
              <p:nvPr>
                <p:custDataLst>
                  <p:tags r:id="rId24"/>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7" name="椭圆 106"/>
              <p:cNvSpPr/>
              <p:nvPr>
                <p:custDataLst>
                  <p:tags r:id="rId25"/>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8" name="组合 107"/>
            <p:cNvGrpSpPr/>
            <p:nvPr/>
          </p:nvGrpSpPr>
          <p:grpSpPr>
            <a:xfrm rot="0">
              <a:off x="3733" y="7903"/>
              <a:ext cx="473" cy="473"/>
              <a:chOff x="9171101" y="3404629"/>
              <a:chExt cx="300536" cy="300537"/>
            </a:xfrm>
          </p:grpSpPr>
          <p:sp>
            <p:nvSpPr>
              <p:cNvPr id="109" name="椭圆 108"/>
              <p:cNvSpPr/>
              <p:nvPr>
                <p:custDataLst>
                  <p:tags r:id="rId26"/>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0" name="椭圆 109"/>
              <p:cNvSpPr/>
              <p:nvPr>
                <p:custDataLst>
                  <p:tags r:id="rId27"/>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20" name="组合 119"/>
            <p:cNvGrpSpPr/>
            <p:nvPr/>
          </p:nvGrpSpPr>
          <p:grpSpPr>
            <a:xfrm rot="0">
              <a:off x="14199" y="8402"/>
              <a:ext cx="1292" cy="730"/>
              <a:chOff x="1718872" y="3443125"/>
              <a:chExt cx="820272" cy="463845"/>
            </a:xfrm>
          </p:grpSpPr>
          <p:cxnSp>
            <p:nvCxnSpPr>
              <p:cNvPr id="121" name="肘形连接符 102"/>
              <p:cNvCxnSpPr>
                <a:stCxn id="122" idx="5"/>
              </p:cNvCxnSpPr>
              <p:nvPr>
                <p:custDataLst>
                  <p:tags r:id="rId28"/>
                </p:custDataLst>
              </p:nvPr>
            </p:nvCxnSpPr>
            <p:spPr>
              <a:xfrm rot="5400000" flipH="1" flipV="1">
                <a:off x="1964321" y="3312454"/>
                <a:ext cx="444152" cy="705494"/>
              </a:xfrm>
              <a:prstGeom prst="curvedConnector3">
                <a:avLst>
                  <a:gd name="adj1" fmla="val 47633"/>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22" name="椭圆 121"/>
              <p:cNvSpPr/>
              <p:nvPr>
                <p:custDataLst>
                  <p:tags r:id="rId29"/>
                </p:custDataLst>
              </p:nvPr>
            </p:nvSpPr>
            <p:spPr>
              <a:xfrm>
                <a:off x="1718872" y="3772499"/>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23" name="组合 122"/>
            <p:cNvGrpSpPr/>
            <p:nvPr/>
          </p:nvGrpSpPr>
          <p:grpSpPr>
            <a:xfrm rot="0">
              <a:off x="15285" y="7903"/>
              <a:ext cx="473" cy="473"/>
              <a:chOff x="9171101" y="3404629"/>
              <a:chExt cx="300536" cy="300537"/>
            </a:xfrm>
          </p:grpSpPr>
          <p:sp>
            <p:nvSpPr>
              <p:cNvPr id="124" name="椭圆 123"/>
              <p:cNvSpPr/>
              <p:nvPr>
                <p:custDataLst>
                  <p:tags r:id="rId30"/>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椭圆 124"/>
              <p:cNvSpPr/>
              <p:nvPr>
                <p:custDataLst>
                  <p:tags r:id="rId31"/>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26" name="组合 125"/>
            <p:cNvGrpSpPr/>
            <p:nvPr/>
          </p:nvGrpSpPr>
          <p:grpSpPr>
            <a:xfrm rot="0">
              <a:off x="13808" y="9148"/>
              <a:ext cx="1779" cy="803"/>
              <a:chOff x="6309270" y="2701018"/>
              <a:chExt cx="1129500" cy="509914"/>
            </a:xfrm>
          </p:grpSpPr>
          <p:sp>
            <p:nvSpPr>
              <p:cNvPr id="127" name="2020年9月"/>
              <p:cNvSpPr txBox="1"/>
              <p:nvPr>
                <p:custDataLst>
                  <p:tags r:id="rId32"/>
                </p:custDataLst>
              </p:nvPr>
            </p:nvSpPr>
            <p:spPr>
              <a:xfrm>
                <a:off x="6309270" y="2701018"/>
                <a:ext cx="702207" cy="275595"/>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交易执行</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128" name="武汉研发中心成立"/>
              <p:cNvSpPr txBox="1"/>
              <p:nvPr>
                <p:custDataLst>
                  <p:tags r:id="rId33"/>
                </p:custDataLst>
              </p:nvPr>
            </p:nvSpPr>
            <p:spPr>
              <a:xfrm>
                <a:off x="6320063" y="2981058"/>
                <a:ext cx="1118707" cy="229874"/>
              </a:xfrm>
              <a:prstGeom prst="rect">
                <a:avLst/>
              </a:prstGeom>
              <a:ln w="12700">
                <a:miter lim="400000"/>
              </a:ln>
            </p:spPr>
            <p:txBody>
              <a:bodyPr wrap="none" lIns="45719" rIns="45719">
                <a:noAutofit/>
              </a:bodyPr>
              <a:lstStyle>
                <a:lvl1pPr>
                  <a:defRPr sz="1000">
                    <a:latin typeface="Helvetica"/>
                    <a:ea typeface="Helvetica"/>
                    <a:cs typeface="Helvetica"/>
                    <a:sym typeface="Helvetica"/>
                  </a:defRPr>
                </a:lvl1pPr>
              </a:lstStyle>
              <a:p>
                <a:r>
                  <a:rPr lang="zh-CN" sz="900" dirty="0">
                    <a:latin typeface="Microsoft YaHei Light" panose="020B0503020204020204" pitchFamily="34" charset="-122"/>
                    <a:ea typeface="Microsoft YaHei Light" panose="020B0503020204020204" pitchFamily="34" charset="-122"/>
                  </a:rPr>
                  <a:t>在</a:t>
                </a:r>
                <a:r>
                  <a:rPr lang="en-US" altLang="zh-CN" sz="900" dirty="0">
                    <a:latin typeface="Microsoft YaHei Light" panose="020B0503020204020204" pitchFamily="34" charset="-122"/>
                    <a:ea typeface="Microsoft YaHei Light" panose="020B0503020204020204" pitchFamily="34" charset="-122"/>
                  </a:rPr>
                  <a:t>EVM</a:t>
                </a:r>
                <a:r>
                  <a:rPr lang="zh-CN" altLang="en-US" sz="900" dirty="0">
                    <a:latin typeface="Microsoft YaHei Light" panose="020B0503020204020204" pitchFamily="34" charset="-122"/>
                    <a:ea typeface="Microsoft YaHei Light" panose="020B0503020204020204" pitchFamily="34" charset="-122"/>
                  </a:rPr>
                  <a:t>上完成</a:t>
                </a:r>
                <a:r>
                  <a:rPr lang="zh-CN" sz="900" dirty="0">
                    <a:latin typeface="Microsoft YaHei Light" panose="020B0503020204020204" pitchFamily="34" charset="-122"/>
                    <a:ea typeface="Microsoft YaHei Light" panose="020B0503020204020204" pitchFamily="34" charset="-122"/>
                  </a:rPr>
                  <a:t>交易</a:t>
                </a:r>
                <a:endParaRPr lang="zh-CN" sz="900" dirty="0">
                  <a:latin typeface="Microsoft YaHei Light" panose="020B0503020204020204" pitchFamily="34" charset="-122"/>
                  <a:ea typeface="Microsoft YaHei Light" panose="020B0503020204020204" pitchFamily="34" charset="-122"/>
                </a:endParaRPr>
              </a:p>
            </p:txBody>
          </p:sp>
        </p:grpSp>
      </p:grpSp>
      <p:grpSp>
        <p:nvGrpSpPr>
          <p:cNvPr id="178" name="组合 177"/>
          <p:cNvGrpSpPr/>
          <p:nvPr/>
        </p:nvGrpSpPr>
        <p:grpSpPr>
          <a:xfrm>
            <a:off x="1485900" y="1004570"/>
            <a:ext cx="7473950" cy="2331085"/>
            <a:chOff x="4584" y="1582"/>
            <a:chExt cx="11770" cy="3671"/>
          </a:xfrm>
        </p:grpSpPr>
        <p:cxnSp>
          <p:nvCxnSpPr>
            <p:cNvPr id="131" name="直线箭头连接符 4"/>
            <p:cNvCxnSpPr/>
            <p:nvPr>
              <p:custDataLst>
                <p:tags r:id="rId34"/>
              </p:custDataLst>
            </p:nvPr>
          </p:nvCxnSpPr>
          <p:spPr>
            <a:xfrm>
              <a:off x="4584" y="3316"/>
              <a:ext cx="11770"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rot="0">
              <a:off x="10716" y="3054"/>
              <a:ext cx="473" cy="473"/>
              <a:chOff x="9171101" y="3404629"/>
              <a:chExt cx="300536" cy="300537"/>
            </a:xfrm>
          </p:grpSpPr>
          <p:sp>
            <p:nvSpPr>
              <p:cNvPr id="133" name="椭圆 132"/>
              <p:cNvSpPr/>
              <p:nvPr>
                <p:custDataLst>
                  <p:tags r:id="rId35"/>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4" name="椭圆 133"/>
              <p:cNvSpPr/>
              <p:nvPr>
                <p:custDataLst>
                  <p:tags r:id="rId36"/>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7" name="组合 146"/>
            <p:cNvGrpSpPr/>
            <p:nvPr/>
          </p:nvGrpSpPr>
          <p:grpSpPr>
            <a:xfrm rot="0">
              <a:off x="5951" y="3553"/>
              <a:ext cx="1292" cy="730"/>
              <a:chOff x="1718872" y="3443125"/>
              <a:chExt cx="820272" cy="463845"/>
            </a:xfrm>
          </p:grpSpPr>
          <p:cxnSp>
            <p:nvCxnSpPr>
              <p:cNvPr id="148" name="肘形连接符 102"/>
              <p:cNvCxnSpPr>
                <a:stCxn id="149" idx="5"/>
              </p:cNvCxnSpPr>
              <p:nvPr>
                <p:custDataLst>
                  <p:tags r:id="rId37"/>
                </p:custDataLst>
              </p:nvPr>
            </p:nvCxnSpPr>
            <p:spPr>
              <a:xfrm rot="5400000" flipH="1" flipV="1">
                <a:off x="1964321" y="3312454"/>
                <a:ext cx="444152" cy="705494"/>
              </a:xfrm>
              <a:prstGeom prst="curvedConnector3">
                <a:avLst>
                  <a:gd name="adj1" fmla="val 47633"/>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49" name="椭圆 148"/>
              <p:cNvSpPr/>
              <p:nvPr>
                <p:custDataLst>
                  <p:tags r:id="rId38"/>
                </p:custDataLst>
              </p:nvPr>
            </p:nvSpPr>
            <p:spPr>
              <a:xfrm>
                <a:off x="1718872" y="3772499"/>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0" name="组合 149"/>
            <p:cNvGrpSpPr/>
            <p:nvPr/>
          </p:nvGrpSpPr>
          <p:grpSpPr>
            <a:xfrm rot="0">
              <a:off x="5855" y="4299"/>
              <a:ext cx="2369" cy="955"/>
              <a:chOff x="6309270" y="2701018"/>
              <a:chExt cx="1504527" cy="606355"/>
            </a:xfrm>
          </p:grpSpPr>
          <p:sp>
            <p:nvSpPr>
              <p:cNvPr id="151" name="2020年9月"/>
              <p:cNvSpPr txBox="1"/>
              <p:nvPr>
                <p:custDataLst>
                  <p:tags r:id="rId39"/>
                </p:custDataLst>
              </p:nvPr>
            </p:nvSpPr>
            <p:spPr>
              <a:xfrm>
                <a:off x="6309270" y="2701018"/>
                <a:ext cx="702409" cy="275558"/>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发送交易</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152" name="武汉研发中心成立"/>
              <p:cNvSpPr txBox="1"/>
              <p:nvPr>
                <p:custDataLst>
                  <p:tags r:id="rId40"/>
                </p:custDataLst>
              </p:nvPr>
            </p:nvSpPr>
            <p:spPr>
              <a:xfrm>
                <a:off x="6320067" y="2981021"/>
                <a:ext cx="1493730" cy="326352"/>
              </a:xfrm>
              <a:prstGeom prst="rect">
                <a:avLst/>
              </a:prstGeom>
              <a:ln w="12700">
                <a:miter lim="400000"/>
              </a:ln>
            </p:spPr>
            <p:txBody>
              <a:bodyPr wrap="none" lIns="45719" rIns="45719">
                <a:noAutofit/>
              </a:bodyPr>
              <a:lstStyle>
                <a:lvl1pPr>
                  <a:defRPr sz="1000">
                    <a:latin typeface="Helvetica"/>
                    <a:ea typeface="Helvetica"/>
                    <a:cs typeface="Helvetica"/>
                    <a:sym typeface="Helvetica"/>
                  </a:defRPr>
                </a:lvl1pPr>
              </a:lstStyle>
              <a:p>
                <a:pPr algn="l"/>
                <a:r>
                  <a:rPr lang="zh-CN" altLang="en-US" sz="900" dirty="0">
                    <a:latin typeface="Microsoft YaHei Light" panose="020B0503020204020204" pitchFamily="34" charset="-122"/>
                    <a:ea typeface="Microsoft YaHei Light" panose="020B0503020204020204" pitchFamily="34" charset="-122"/>
                    <a:sym typeface="+mn-ea"/>
                  </a:rPr>
                  <a:t>用户发起并对交易签名，</a:t>
                </a:r>
                <a:endParaRPr lang="zh-CN" altLang="en-US" sz="900" dirty="0">
                  <a:latin typeface="Microsoft YaHei Light" panose="020B0503020204020204" pitchFamily="34" charset="-122"/>
                  <a:ea typeface="Microsoft YaHei Light" panose="020B0503020204020204" pitchFamily="34" charset="-122"/>
                  <a:sym typeface="+mn-ea"/>
                </a:endParaRPr>
              </a:p>
              <a:p>
                <a:pPr algn="l"/>
                <a:r>
                  <a:rPr lang="zh-CN" altLang="en-US" sz="900" dirty="0">
                    <a:latin typeface="Microsoft YaHei Light" panose="020B0503020204020204" pitchFamily="34" charset="-122"/>
                    <a:ea typeface="Microsoft YaHei Light" panose="020B0503020204020204" pitchFamily="34" charset="-122"/>
                    <a:sym typeface="+mn-ea"/>
                  </a:rPr>
                  <a:t>发至节点的交易内存</a:t>
                </a:r>
                <a:r>
                  <a:rPr lang="zh-CN" altLang="en-US" sz="900" dirty="0">
                    <a:latin typeface="Microsoft YaHei Light" panose="020B0503020204020204" pitchFamily="34" charset="-122"/>
                    <a:ea typeface="Microsoft YaHei Light" panose="020B0503020204020204" pitchFamily="34" charset="-122"/>
                    <a:sym typeface="+mn-ea"/>
                  </a:rPr>
                  <a:t>池</a:t>
                </a:r>
                <a:endParaRPr lang="zh-CN" altLang="en-US" sz="900" dirty="0">
                  <a:latin typeface="Microsoft YaHei Light" panose="020B0503020204020204" pitchFamily="34" charset="-122"/>
                  <a:ea typeface="Microsoft YaHei Light" panose="020B0503020204020204" pitchFamily="34" charset="-122"/>
                  <a:sym typeface="+mn-ea"/>
                </a:endParaRPr>
              </a:p>
            </p:txBody>
          </p:sp>
        </p:grpSp>
        <p:grpSp>
          <p:nvGrpSpPr>
            <p:cNvPr id="153" name="组合 152"/>
            <p:cNvGrpSpPr/>
            <p:nvPr/>
          </p:nvGrpSpPr>
          <p:grpSpPr>
            <a:xfrm rot="0">
              <a:off x="9447" y="1582"/>
              <a:ext cx="1774" cy="776"/>
              <a:chOff x="10197476" y="1448163"/>
              <a:chExt cx="1126479" cy="493148"/>
            </a:xfrm>
          </p:grpSpPr>
          <p:sp>
            <p:nvSpPr>
              <p:cNvPr id="154" name="2020年12月"/>
              <p:cNvSpPr txBox="1"/>
              <p:nvPr>
                <p:custDataLst>
                  <p:tags r:id="rId41"/>
                </p:custDataLst>
              </p:nvPr>
            </p:nvSpPr>
            <p:spPr>
              <a:xfrm>
                <a:off x="10197476" y="1448163"/>
                <a:ext cx="702303" cy="275638"/>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交易上</a:t>
                </a: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链</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155" name="成功申请新加坡数字银行牌照"/>
              <p:cNvSpPr txBox="1"/>
              <p:nvPr>
                <p:custDataLst>
                  <p:tags r:id="rId42"/>
                </p:custDataLst>
              </p:nvPr>
            </p:nvSpPr>
            <p:spPr>
              <a:xfrm>
                <a:off x="10205096" y="1711401"/>
                <a:ext cx="1118859" cy="229910"/>
              </a:xfrm>
              <a:prstGeom prst="rect">
                <a:avLst/>
              </a:prstGeom>
              <a:ln w="12700">
                <a:miter lim="400000"/>
              </a:ln>
            </p:spPr>
            <p:txBody>
              <a:bodyPr wrap="none" lIns="45719" rIns="45719">
                <a:spAutoFit/>
              </a:bodyPr>
              <a:lstStyle>
                <a:lvl1pPr>
                  <a:defRPr sz="1000">
                    <a:latin typeface="Helvetica"/>
                    <a:ea typeface="Helvetica"/>
                    <a:cs typeface="Helvetica"/>
                    <a:sym typeface="Helvetica"/>
                  </a:defRPr>
                </a:lvl1pPr>
              </a:lstStyle>
              <a:p>
                <a:pPr>
                  <a:defRPr sz="1000">
                    <a:latin typeface="Helvetica"/>
                    <a:ea typeface="Helvetica"/>
                    <a:cs typeface="Helvetica"/>
                    <a:sym typeface="Helvetica"/>
                  </a:defRPr>
                </a:pPr>
                <a:r>
                  <a:rPr lang="zh-CN"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rPr>
                  <a:t>矿工出块，交易上</a:t>
                </a:r>
                <a:r>
                  <a:rPr lang="zh-CN"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rPr>
                  <a:t>链</a:t>
                </a:r>
                <a:endParaRPr lang="zh-CN" sz="900" dirty="0">
                  <a:latin typeface="Microsoft YaHei Light" panose="020B0503020204020204" pitchFamily="34" charset="-122"/>
                  <a:ea typeface="Microsoft YaHei Light" panose="020B0503020204020204" pitchFamily="34" charset="-122"/>
                  <a:cs typeface="Source Han Sans CN Normal" panose="020B0500000000000000" charset="-122"/>
                  <a:sym typeface="+mn-ea"/>
                </a:endParaRPr>
              </a:p>
            </p:txBody>
          </p:sp>
        </p:grpSp>
        <p:grpSp>
          <p:nvGrpSpPr>
            <p:cNvPr id="156" name="组合 155"/>
            <p:cNvGrpSpPr/>
            <p:nvPr/>
          </p:nvGrpSpPr>
          <p:grpSpPr>
            <a:xfrm rot="0">
              <a:off x="9592" y="2454"/>
              <a:ext cx="1361" cy="695"/>
              <a:chOff x="2940203" y="2745437"/>
              <a:chExt cx="864284" cy="441164"/>
            </a:xfrm>
          </p:grpSpPr>
          <p:cxnSp>
            <p:nvCxnSpPr>
              <p:cNvPr id="157" name="肘形连接符 102"/>
              <p:cNvCxnSpPr>
                <a:stCxn id="158" idx="5"/>
              </p:cNvCxnSpPr>
              <p:nvPr>
                <p:custDataLst>
                  <p:tags r:id="rId43"/>
                </p:custDataLst>
              </p:nvPr>
            </p:nvCxnSpPr>
            <p:spPr>
              <a:xfrm rot="16200000" flipH="1">
                <a:off x="3266541" y="2648654"/>
                <a:ext cx="326386" cy="749507"/>
              </a:xfrm>
              <a:prstGeom prst="curvedConnector3">
                <a:avLst>
                  <a:gd name="adj1" fmla="val 21160"/>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58" name="椭圆 157"/>
              <p:cNvSpPr/>
              <p:nvPr>
                <p:custDataLst>
                  <p:tags r:id="rId44"/>
                </p:custDataLst>
              </p:nvPr>
            </p:nvSpPr>
            <p:spPr>
              <a:xfrm>
                <a:off x="2940203" y="2745437"/>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9" name="组合 158"/>
            <p:cNvGrpSpPr/>
            <p:nvPr/>
          </p:nvGrpSpPr>
          <p:grpSpPr>
            <a:xfrm rot="0">
              <a:off x="7037" y="3054"/>
              <a:ext cx="473" cy="473"/>
              <a:chOff x="9171101" y="3404629"/>
              <a:chExt cx="300536" cy="300537"/>
            </a:xfrm>
          </p:grpSpPr>
          <p:sp>
            <p:nvSpPr>
              <p:cNvPr id="160" name="椭圆 159"/>
              <p:cNvSpPr/>
              <p:nvPr>
                <p:custDataLst>
                  <p:tags r:id="rId45"/>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1" name="椭圆 160"/>
              <p:cNvSpPr/>
              <p:nvPr>
                <p:custDataLst>
                  <p:tags r:id="rId46"/>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68" name="组合 167"/>
            <p:cNvGrpSpPr/>
            <p:nvPr/>
          </p:nvGrpSpPr>
          <p:grpSpPr>
            <a:xfrm rot="0">
              <a:off x="13809" y="3553"/>
              <a:ext cx="1292" cy="730"/>
              <a:chOff x="1718872" y="3443125"/>
              <a:chExt cx="820272" cy="463845"/>
            </a:xfrm>
          </p:grpSpPr>
          <p:cxnSp>
            <p:nvCxnSpPr>
              <p:cNvPr id="169" name="肘形连接符 102"/>
              <p:cNvCxnSpPr>
                <a:stCxn id="170" idx="5"/>
              </p:cNvCxnSpPr>
              <p:nvPr>
                <p:custDataLst>
                  <p:tags r:id="rId47"/>
                </p:custDataLst>
              </p:nvPr>
            </p:nvCxnSpPr>
            <p:spPr>
              <a:xfrm rot="5400000" flipH="1" flipV="1">
                <a:off x="1964321" y="3312454"/>
                <a:ext cx="444152" cy="705494"/>
              </a:xfrm>
              <a:prstGeom prst="curvedConnector3">
                <a:avLst>
                  <a:gd name="adj1" fmla="val 47633"/>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70" name="椭圆 169"/>
              <p:cNvSpPr/>
              <p:nvPr>
                <p:custDataLst>
                  <p:tags r:id="rId48"/>
                </p:custDataLst>
              </p:nvPr>
            </p:nvSpPr>
            <p:spPr>
              <a:xfrm>
                <a:off x="1718872" y="3772499"/>
                <a:ext cx="134471" cy="134471"/>
              </a:xfrm>
              <a:prstGeom prst="ellipse">
                <a:avLst/>
              </a:prstGeom>
              <a:solidFill>
                <a:schemeClr val="bg1"/>
              </a:solidFill>
              <a:ln>
                <a:solidFill>
                  <a:srgbClr val="185B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71" name="组合 170"/>
            <p:cNvGrpSpPr/>
            <p:nvPr/>
          </p:nvGrpSpPr>
          <p:grpSpPr>
            <a:xfrm rot="0">
              <a:off x="14895" y="3054"/>
              <a:ext cx="473" cy="473"/>
              <a:chOff x="9171101" y="3404629"/>
              <a:chExt cx="300536" cy="300537"/>
            </a:xfrm>
          </p:grpSpPr>
          <p:sp>
            <p:nvSpPr>
              <p:cNvPr id="172" name="椭圆 171"/>
              <p:cNvSpPr/>
              <p:nvPr>
                <p:custDataLst>
                  <p:tags r:id="rId49"/>
                </p:custDataLst>
              </p:nvPr>
            </p:nvSpPr>
            <p:spPr>
              <a:xfrm>
                <a:off x="9219317" y="3452845"/>
                <a:ext cx="204104" cy="204105"/>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3" name="椭圆 172"/>
              <p:cNvSpPr/>
              <p:nvPr>
                <p:custDataLst>
                  <p:tags r:id="rId50"/>
                </p:custDataLst>
              </p:nvPr>
            </p:nvSpPr>
            <p:spPr>
              <a:xfrm>
                <a:off x="9171101" y="3404629"/>
                <a:ext cx="300536" cy="300537"/>
              </a:xfrm>
              <a:prstGeom prst="ellipse">
                <a:avLst/>
              </a:prstGeom>
              <a:solidFill>
                <a:srgbClr val="2964FF">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74" name="组合 173"/>
            <p:cNvGrpSpPr/>
            <p:nvPr/>
          </p:nvGrpSpPr>
          <p:grpSpPr>
            <a:xfrm rot="0">
              <a:off x="13418" y="4299"/>
              <a:ext cx="1779" cy="803"/>
              <a:chOff x="6309270" y="2701018"/>
              <a:chExt cx="1129500" cy="509914"/>
            </a:xfrm>
          </p:grpSpPr>
          <p:sp>
            <p:nvSpPr>
              <p:cNvPr id="175" name="2020年9月"/>
              <p:cNvSpPr txBox="1"/>
              <p:nvPr>
                <p:custDataLst>
                  <p:tags r:id="rId51"/>
                </p:custDataLst>
              </p:nvPr>
            </p:nvSpPr>
            <p:spPr>
              <a:xfrm>
                <a:off x="6309270" y="2701018"/>
                <a:ext cx="702207" cy="275595"/>
              </a:xfrm>
              <a:prstGeom prst="rect">
                <a:avLst/>
              </a:prstGeom>
              <a:ln w="12700">
                <a:miter lim="400000"/>
              </a:ln>
            </p:spPr>
            <p:txBody>
              <a:bodyPr wrap="none" lIns="45719" rIns="45719">
                <a:spAutoFit/>
              </a:bodyPr>
              <a:lstStyle/>
              <a:p>
                <a:pPr marL="250825" indent="-250825" algn="l" defTabSz="806450">
                  <a:defRPr sz="1500" b="1">
                    <a:solidFill>
                      <a:srgbClr val="2864FF"/>
                    </a:solidFill>
                    <a:latin typeface="Helvetica"/>
                    <a:ea typeface="Helvetica"/>
                    <a:cs typeface="Helvetica"/>
                    <a:sym typeface="Helvetica"/>
                  </a:defRPr>
                </a:pPr>
                <a:r>
                  <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rPr>
                  <a:t>交易执行</a:t>
                </a:r>
                <a:endParaRPr lang="zh-CN" sz="1200" dirty="0">
                  <a:solidFill>
                    <a:srgbClr val="185BDB"/>
                  </a:solidFill>
                  <a:latin typeface="微软雅黑" panose="020B0503020204020204" pitchFamily="34" charset="-122"/>
                  <a:ea typeface="微软雅黑" panose="020B0503020204020204" pitchFamily="34" charset="-122"/>
                  <a:cs typeface="Source Han Sans CN Bold" panose="020B0500000000000000" charset="-122"/>
                  <a:sym typeface="+mn-ea"/>
                </a:endParaRPr>
              </a:p>
            </p:txBody>
          </p:sp>
          <p:sp>
            <p:nvSpPr>
              <p:cNvPr id="176" name="武汉研发中心成立"/>
              <p:cNvSpPr txBox="1"/>
              <p:nvPr>
                <p:custDataLst>
                  <p:tags r:id="rId52"/>
                </p:custDataLst>
              </p:nvPr>
            </p:nvSpPr>
            <p:spPr>
              <a:xfrm>
                <a:off x="6320063" y="2981058"/>
                <a:ext cx="1118707" cy="229874"/>
              </a:xfrm>
              <a:prstGeom prst="rect">
                <a:avLst/>
              </a:prstGeom>
              <a:ln w="12700">
                <a:miter lim="400000"/>
              </a:ln>
            </p:spPr>
            <p:txBody>
              <a:bodyPr wrap="none" lIns="45719" rIns="45719">
                <a:noAutofit/>
              </a:bodyPr>
              <a:lstStyle>
                <a:lvl1pPr>
                  <a:defRPr sz="1000">
                    <a:latin typeface="Helvetica"/>
                    <a:ea typeface="Helvetica"/>
                    <a:cs typeface="Helvetica"/>
                    <a:sym typeface="Helvetica"/>
                  </a:defRPr>
                </a:lvl1pPr>
              </a:lstStyle>
              <a:p>
                <a:r>
                  <a:rPr lang="zh-CN" sz="900" dirty="0">
                    <a:latin typeface="Microsoft YaHei Light" panose="020B0503020204020204" pitchFamily="34" charset="-122"/>
                    <a:ea typeface="Microsoft YaHei Light" panose="020B0503020204020204" pitchFamily="34" charset="-122"/>
                  </a:rPr>
                  <a:t>在</a:t>
                </a:r>
                <a:r>
                  <a:rPr lang="en-US" altLang="zh-CN" sz="900" dirty="0">
                    <a:latin typeface="Microsoft YaHei Light" panose="020B0503020204020204" pitchFamily="34" charset="-122"/>
                    <a:ea typeface="Microsoft YaHei Light" panose="020B0503020204020204" pitchFamily="34" charset="-122"/>
                  </a:rPr>
                  <a:t>EVM</a:t>
                </a:r>
                <a:r>
                  <a:rPr lang="zh-CN" altLang="en-US" sz="900" dirty="0">
                    <a:latin typeface="Microsoft YaHei Light" panose="020B0503020204020204" pitchFamily="34" charset="-122"/>
                    <a:ea typeface="Microsoft YaHei Light" panose="020B0503020204020204" pitchFamily="34" charset="-122"/>
                  </a:rPr>
                  <a:t>上完成</a:t>
                </a:r>
                <a:r>
                  <a:rPr lang="zh-CN" sz="900" dirty="0">
                    <a:latin typeface="Microsoft YaHei Light" panose="020B0503020204020204" pitchFamily="34" charset="-122"/>
                    <a:ea typeface="Microsoft YaHei Light" panose="020B0503020204020204" pitchFamily="34" charset="-122"/>
                  </a:rPr>
                  <a:t>交易</a:t>
                </a:r>
                <a:endParaRPr lang="zh-CN" sz="900" dirty="0">
                  <a:latin typeface="Microsoft YaHei Light" panose="020B0503020204020204" pitchFamily="34" charset="-122"/>
                  <a:ea typeface="Microsoft YaHei Light" panose="020B0503020204020204" pitchFamily="34" charset="-122"/>
                </a:endParaRPr>
              </a:p>
            </p:txBody>
          </p:sp>
        </p:grpSp>
      </p:grpSp>
      <p:sp>
        <p:nvSpPr>
          <p:cNvPr id="180" name="文本框 179"/>
          <p:cNvSpPr txBox="1"/>
          <p:nvPr>
            <p:custDataLst>
              <p:tags r:id="rId53"/>
            </p:custDataLst>
          </p:nvPr>
        </p:nvSpPr>
        <p:spPr>
          <a:xfrm>
            <a:off x="9735185" y="3943350"/>
            <a:ext cx="1488440" cy="8286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R="0" algn="ctr" defTabSz="457200" rtl="0" eaLnBrk="1">
              <a:lnSpc>
                <a:spcPct val="150000"/>
              </a:lnSpc>
              <a:spcBef>
                <a:spcPts val="0"/>
              </a:spcBef>
              <a:spcAft>
                <a:spcPts val="0"/>
              </a:spcAft>
              <a:buClrTx/>
              <a:buSzTx/>
              <a:buFontTx/>
              <a:buNone/>
            </a:pPr>
            <a:r>
              <a:rPr lang="en-US" altLang="zh-CN" sz="1600" b="1">
                <a:solidFill>
                  <a:schemeClr val="tx1">
                    <a:lumMod val="50000"/>
                  </a:schemeClr>
                </a:solidFill>
              </a:rPr>
              <a:t>ERC4337</a:t>
            </a:r>
            <a:r>
              <a:rPr lang="zh-CN" altLang="en-US" sz="1600" b="1">
                <a:solidFill>
                  <a:schemeClr val="tx1">
                    <a:lumMod val="50000"/>
                  </a:schemeClr>
                </a:solidFill>
              </a:rPr>
              <a:t>提案中</a:t>
            </a:r>
            <a:r>
              <a:rPr lang="zh-CN" altLang="en-US" sz="1600" b="1">
                <a:solidFill>
                  <a:schemeClr val="tx1">
                    <a:lumMod val="50000"/>
                  </a:schemeClr>
                </a:solidFill>
              </a:rPr>
              <a:t>的交易流程</a:t>
            </a:r>
            <a:endParaRPr lang="zh-CN" altLang="en-US" sz="1600" b="1">
              <a:solidFill>
                <a:schemeClr val="tx1">
                  <a:lumMod val="50000"/>
                </a:schemeClr>
              </a:solidFill>
            </a:endParaRPr>
          </a:p>
        </p:txBody>
      </p:sp>
      <p:sp>
        <p:nvSpPr>
          <p:cNvPr id="177" name="矩形 176"/>
          <p:cNvSpPr/>
          <p:nvPr>
            <p:custDataLst>
              <p:tags r:id="rId54"/>
            </p:custDataLst>
          </p:nvPr>
        </p:nvSpPr>
        <p:spPr>
          <a:xfrm>
            <a:off x="819785" y="3834130"/>
            <a:ext cx="3790315" cy="2655570"/>
          </a:xfrm>
          <a:prstGeom prst="rect">
            <a:avLst/>
          </a:prstGeom>
          <a:noFill/>
          <a:ln w="25400" cap="flat">
            <a:solidFill>
              <a:schemeClr val="accent4"/>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Tree>
    <p:custDataLst>
      <p:tags r:id="rId55"/>
    </p:custData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直接连接符 63"/>
          <p:cNvCxnSpPr/>
          <p:nvPr/>
        </p:nvCxnSpPr>
        <p:spPr>
          <a:xfrm flipH="1" flipV="1">
            <a:off x="8942070" y="4263390"/>
            <a:ext cx="1266190" cy="1407795"/>
          </a:xfrm>
          <a:prstGeom prst="line">
            <a:avLst/>
          </a:prstGeom>
          <a:noFill/>
          <a:ln w="25400" cap="flat">
            <a:solidFill>
              <a:schemeClr val="accent5">
                <a:lumMod val="20000"/>
                <a:lumOff val="80000"/>
              </a:schemeClr>
            </a:solidFill>
            <a:prstDash val="solid"/>
            <a:round/>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9" name="圆角矩形 8"/>
          <p:cNvSpPr/>
          <p:nvPr>
            <p:custDataLst>
              <p:tags r:id="rId1"/>
            </p:custDataLst>
          </p:nvPr>
        </p:nvSpPr>
        <p:spPr>
          <a:xfrm>
            <a:off x="2459355" y="2230120"/>
            <a:ext cx="1969135" cy="3977640"/>
          </a:xfrm>
          <a:prstGeom prst="roundRect">
            <a:avLst/>
          </a:prstGeom>
          <a:solidFill>
            <a:srgbClr val="D4E0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2"/>
          <a:stretch>
            <a:fillRect/>
          </a:stretch>
        </p:blipFill>
        <p:spPr>
          <a:xfrm>
            <a:off x="-6929" y="-6659"/>
            <a:ext cx="826658" cy="826658"/>
          </a:xfrm>
          <a:prstGeom prst="rect">
            <a:avLst/>
          </a:prstGeom>
          <a:ln w="12700">
            <a:miter lim="400000"/>
            <a:headEnd/>
            <a:tailEnd/>
          </a:ln>
        </p:spPr>
      </p:pic>
      <p:sp>
        <p:nvSpPr>
          <p:cNvPr id="5" name="此处添加标题/Add title here"/>
          <p:cNvSpPr txBox="1"/>
          <p:nvPr/>
        </p:nvSpPr>
        <p:spPr>
          <a:xfrm>
            <a:off x="930275" y="198755"/>
            <a:ext cx="8616950" cy="437515"/>
          </a:xfrm>
          <a:prstGeom prst="rect">
            <a:avLst/>
          </a:prstGeom>
          <a:ln w="12700">
            <a:miter lim="400000"/>
          </a:ln>
        </p:spPr>
        <p:txBody>
          <a:bodyPr wrap="squar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交易流程</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12" name="圆角矩形 11"/>
          <p:cNvSpPr/>
          <p:nvPr>
            <p:custDataLst>
              <p:tags r:id="rId3"/>
            </p:custDataLst>
          </p:nvPr>
        </p:nvSpPr>
        <p:spPr>
          <a:xfrm>
            <a:off x="459105" y="2230120"/>
            <a:ext cx="1881505" cy="3977640"/>
          </a:xfrm>
          <a:prstGeom prst="roundRect">
            <a:avLst/>
          </a:prstGeom>
          <a:solidFill>
            <a:srgbClr val="D4E0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6" name="矩形 5"/>
          <p:cNvSpPr/>
          <p:nvPr>
            <p:custDataLst>
              <p:tags r:id="rId4"/>
            </p:custDataLst>
          </p:nvPr>
        </p:nvSpPr>
        <p:spPr>
          <a:xfrm>
            <a:off x="810260" y="2611120"/>
            <a:ext cx="1189355" cy="5359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私钥</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任意形式</a:t>
            </a: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7" name="矩形 6"/>
          <p:cNvSpPr/>
          <p:nvPr>
            <p:custDataLst>
              <p:tags r:id="rId5"/>
            </p:custDataLst>
          </p:nvPr>
        </p:nvSpPr>
        <p:spPr>
          <a:xfrm>
            <a:off x="810260" y="3907155"/>
            <a:ext cx="1189355" cy="7264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交易意图</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Transaction</a:t>
            </a:r>
            <a:endPar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Intension</a:t>
            </a:r>
            <a:endPar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1" name="矩形 10"/>
          <p:cNvSpPr/>
          <p:nvPr>
            <p:custDataLst>
              <p:tags r:id="rId6"/>
            </p:custDataLst>
          </p:nvPr>
        </p:nvSpPr>
        <p:spPr>
          <a:xfrm>
            <a:off x="923290" y="5356860"/>
            <a:ext cx="963930" cy="39878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37" name="直接箭头连接符 36"/>
          <p:cNvCxnSpPr>
            <a:stCxn id="6" idx="2"/>
            <a:endCxn id="7" idx="0"/>
          </p:cNvCxnSpPr>
          <p:nvPr>
            <p:custDataLst>
              <p:tags r:id="rId7"/>
            </p:custDataLst>
          </p:nvPr>
        </p:nvCxnSpPr>
        <p:spPr>
          <a:xfrm>
            <a:off x="1405255" y="3147060"/>
            <a:ext cx="0" cy="760095"/>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8" name="直接箭头连接符 37"/>
          <p:cNvCxnSpPr>
            <a:stCxn id="7" idx="2"/>
            <a:endCxn id="11" idx="0"/>
          </p:cNvCxnSpPr>
          <p:nvPr>
            <p:custDataLst>
              <p:tags r:id="rId8"/>
            </p:custDataLst>
          </p:nvPr>
        </p:nvCxnSpPr>
        <p:spPr>
          <a:xfrm>
            <a:off x="1405255" y="4633595"/>
            <a:ext cx="0" cy="723265"/>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39" name="圆角矩形 38"/>
          <p:cNvSpPr/>
          <p:nvPr>
            <p:custDataLst>
              <p:tags r:id="rId9"/>
            </p:custDataLst>
          </p:nvPr>
        </p:nvSpPr>
        <p:spPr>
          <a:xfrm>
            <a:off x="716280" y="4866640"/>
            <a:ext cx="813435" cy="257810"/>
          </a:xfrm>
          <a:prstGeom prst="roundRect">
            <a:avLst/>
          </a:prstGeom>
          <a:noFill/>
          <a:ln w="1905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生成</a:t>
            </a:r>
            <a:endParaRPr kumimoji="0" lang="zh-CN"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8" name="圆角矩形 7"/>
          <p:cNvSpPr/>
          <p:nvPr>
            <p:custDataLst>
              <p:tags r:id="rId10"/>
            </p:custDataLst>
          </p:nvPr>
        </p:nvSpPr>
        <p:spPr>
          <a:xfrm>
            <a:off x="716280" y="3415665"/>
            <a:ext cx="813435" cy="257810"/>
          </a:xfrm>
          <a:prstGeom prst="roundRect">
            <a:avLst/>
          </a:prstGeom>
          <a:noFill/>
          <a:ln w="1905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任意签署</a:t>
            </a:r>
            <a:endParaRPr kumimoji="0" lang="zh-CN"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5" name="矩形 14"/>
          <p:cNvSpPr/>
          <p:nvPr>
            <p:custDataLst>
              <p:tags r:id="rId11"/>
            </p:custDataLst>
          </p:nvPr>
        </p:nvSpPr>
        <p:spPr>
          <a:xfrm>
            <a:off x="2739390" y="265239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UserOperation</a:t>
            </a:r>
            <a:endParaRPr kumimoji="0" 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6" name="矩形 15"/>
          <p:cNvSpPr/>
          <p:nvPr>
            <p:custDataLst>
              <p:tags r:id="rId12"/>
            </p:custDataLst>
          </p:nvPr>
        </p:nvSpPr>
        <p:spPr>
          <a:xfrm>
            <a:off x="2738120" y="4596130"/>
            <a:ext cx="1408430" cy="36576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9" name="矩形 18"/>
          <p:cNvSpPr/>
          <p:nvPr>
            <p:custDataLst>
              <p:tags r:id="rId13"/>
            </p:custDataLst>
          </p:nvPr>
        </p:nvSpPr>
        <p:spPr>
          <a:xfrm>
            <a:off x="2739390" y="3294380"/>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0" name="矩形 19"/>
          <p:cNvSpPr/>
          <p:nvPr>
            <p:custDataLst>
              <p:tags r:id="rId14"/>
            </p:custDataLst>
          </p:nvPr>
        </p:nvSpPr>
        <p:spPr>
          <a:xfrm>
            <a:off x="2738120" y="5542280"/>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1" name="矩形 20"/>
          <p:cNvSpPr/>
          <p:nvPr>
            <p:custDataLst>
              <p:tags r:id="rId15"/>
            </p:custDataLst>
          </p:nvPr>
        </p:nvSpPr>
        <p:spPr>
          <a:xfrm>
            <a:off x="2739390" y="395414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35" name="肘形连接符 34"/>
          <p:cNvCxnSpPr>
            <a:stCxn id="7" idx="3"/>
            <a:endCxn id="16" idx="1"/>
          </p:cNvCxnSpPr>
          <p:nvPr>
            <p:custDataLst>
              <p:tags r:id="rId16"/>
            </p:custDataLst>
          </p:nvPr>
        </p:nvCxnSpPr>
        <p:spPr>
          <a:xfrm>
            <a:off x="1999615" y="4270375"/>
            <a:ext cx="738505" cy="508635"/>
          </a:xfrm>
          <a:prstGeom prst="bentConnector3">
            <a:avLst>
              <a:gd name="adj1" fmla="val 3465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6" name="肘形连接符 35"/>
          <p:cNvCxnSpPr>
            <a:stCxn id="11" idx="3"/>
            <a:endCxn id="16" idx="1"/>
          </p:cNvCxnSpPr>
          <p:nvPr>
            <p:custDataLst>
              <p:tags r:id="rId17"/>
            </p:custDataLst>
          </p:nvPr>
        </p:nvCxnSpPr>
        <p:spPr>
          <a:xfrm flipV="1">
            <a:off x="1887220" y="4779010"/>
            <a:ext cx="850900" cy="777240"/>
          </a:xfrm>
          <a:prstGeom prst="bentConnector3">
            <a:avLst>
              <a:gd name="adj1" fmla="val 43358"/>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22" name="矩形 21"/>
          <p:cNvSpPr/>
          <p:nvPr>
            <p:custDataLst>
              <p:tags r:id="rId18"/>
            </p:custDataLst>
          </p:nvPr>
        </p:nvSpPr>
        <p:spPr>
          <a:xfrm>
            <a:off x="2840355" y="5021580"/>
            <a:ext cx="1168400" cy="330200"/>
          </a:xfrm>
          <a:prstGeom prst="rect">
            <a:avLst/>
          </a:prstGeom>
          <a:noFill/>
          <a:ln w="9525" cap="flat">
            <a:no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sz="1000" b="1" i="0" u="none" strike="noStrike" cap="none" spc="0" normalizeH="0" baseline="0" dirty="0" smtClean="0">
                <a:ln>
                  <a:noFill/>
                </a:ln>
                <a:solidFill>
                  <a:srgbClr val="4B4B4B"/>
                </a:solidFill>
                <a:effectLst/>
                <a:uFillTx/>
                <a:latin typeface="+mn-lt"/>
                <a:ea typeface="+mn-ea"/>
                <a:cs typeface="+mn-cs"/>
                <a:sym typeface="Calibri" panose="020F0502020204030204"/>
              </a:rPr>
              <a:t>…</a:t>
            </a:r>
            <a:endParaRPr kumimoji="0" lang="en-US" sz="1000" b="1"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0" name="圆角矩形 9"/>
          <p:cNvSpPr/>
          <p:nvPr>
            <p:custDataLst>
              <p:tags r:id="rId19"/>
            </p:custDataLst>
          </p:nvPr>
        </p:nvSpPr>
        <p:spPr>
          <a:xfrm>
            <a:off x="4537710" y="2230120"/>
            <a:ext cx="1969135" cy="3977640"/>
          </a:xfrm>
          <a:prstGeom prst="roundRect">
            <a:avLst/>
          </a:prstGeom>
          <a:solidFill>
            <a:srgbClr val="D4E0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3" name="圆角矩形 12"/>
          <p:cNvSpPr/>
          <p:nvPr>
            <p:custDataLst>
              <p:tags r:id="rId20"/>
            </p:custDataLst>
          </p:nvPr>
        </p:nvSpPr>
        <p:spPr>
          <a:xfrm>
            <a:off x="6673850" y="2230120"/>
            <a:ext cx="1969135" cy="3977640"/>
          </a:xfrm>
          <a:prstGeom prst="roundRect">
            <a:avLst/>
          </a:prstGeom>
          <a:solidFill>
            <a:srgbClr val="D4E0FF"/>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4" name="矩形 13"/>
          <p:cNvSpPr/>
          <p:nvPr>
            <p:custDataLst>
              <p:tags r:id="rId21"/>
            </p:custDataLst>
          </p:nvPr>
        </p:nvSpPr>
        <p:spPr>
          <a:xfrm>
            <a:off x="4723765" y="3023235"/>
            <a:ext cx="1521460" cy="31877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私钥</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7" name="矩形 16"/>
          <p:cNvSpPr/>
          <p:nvPr>
            <p:custDataLst>
              <p:tags r:id="rId22"/>
            </p:custDataLst>
          </p:nvPr>
        </p:nvSpPr>
        <p:spPr>
          <a:xfrm>
            <a:off x="4811395" y="2352040"/>
            <a:ext cx="1433830" cy="631825"/>
          </a:xfrm>
          <a:prstGeom prst="rect">
            <a:avLst/>
          </a:prstGeom>
          <a:noFill/>
          <a:ln w="25400" cap="flat">
            <a:noFill/>
            <a:prstDash val="solid"/>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Bundler</a:t>
            </a: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选出</a:t>
            </a: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UserOperations</a:t>
            </a:r>
            <a:r>
              <a:rPr kumimoji="0" lang="zh-CN" altLang="en-US" sz="1200" b="0" i="0" u="none" strike="noStrike" cap="none" spc="0" normalizeH="0" baseline="0" dirty="0" smtClean="0">
                <a:ln>
                  <a:noFill/>
                </a:ln>
                <a:solidFill>
                  <a:srgbClr val="4B4B4B"/>
                </a:solidFill>
                <a:effectLst/>
                <a:uFillTx/>
                <a:latin typeface="+mn-lt"/>
                <a:ea typeface="+mn-ea"/>
                <a:cs typeface="+mn-cs"/>
                <a:sym typeface="Calibri" panose="020F0502020204030204"/>
              </a:rPr>
              <a:t>并将其打包成</a:t>
            </a: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bundle</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8" name="圆角矩形 17"/>
          <p:cNvSpPr/>
          <p:nvPr>
            <p:custDataLst>
              <p:tags r:id="rId23"/>
            </p:custDataLst>
          </p:nvPr>
        </p:nvSpPr>
        <p:spPr>
          <a:xfrm>
            <a:off x="4529455" y="3371850"/>
            <a:ext cx="1118870" cy="257810"/>
          </a:xfrm>
          <a:prstGeom prst="roundRect">
            <a:avLst/>
          </a:prstGeom>
          <a:noFill/>
          <a:ln w="1905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ECDAS</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3" name="矩形 22"/>
          <p:cNvSpPr/>
          <p:nvPr>
            <p:custDataLst>
              <p:tags r:id="rId24"/>
            </p:custDataLst>
          </p:nvPr>
        </p:nvSpPr>
        <p:spPr>
          <a:xfrm>
            <a:off x="4771390" y="377634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UserOperation</a:t>
            </a:r>
            <a:endParaRPr kumimoji="0" 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4" name="矩形 23"/>
          <p:cNvSpPr/>
          <p:nvPr>
            <p:custDataLst>
              <p:tags r:id="rId25"/>
            </p:custDataLst>
          </p:nvPr>
        </p:nvSpPr>
        <p:spPr>
          <a:xfrm>
            <a:off x="4771390" y="415861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5" name="矩形 24"/>
          <p:cNvSpPr/>
          <p:nvPr>
            <p:custDataLst>
              <p:tags r:id="rId26"/>
            </p:custDataLst>
          </p:nvPr>
        </p:nvSpPr>
        <p:spPr>
          <a:xfrm>
            <a:off x="4771390" y="4549140"/>
            <a:ext cx="1407160" cy="330200"/>
          </a:xfrm>
          <a:prstGeom prst="rect">
            <a:avLst/>
          </a:prstGeom>
          <a:solidFill>
            <a:schemeClr val="bg1"/>
          </a:solidFill>
          <a:ln w="9525" cap="flat">
            <a:noFill/>
            <a:prstDash val="dash"/>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6" name="矩形 25"/>
          <p:cNvSpPr/>
          <p:nvPr>
            <p:custDataLst>
              <p:tags r:id="rId27"/>
            </p:custDataLst>
          </p:nvPr>
        </p:nvSpPr>
        <p:spPr>
          <a:xfrm>
            <a:off x="4771390" y="493585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UserOperation</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7" name="矩形 26"/>
          <p:cNvSpPr/>
          <p:nvPr>
            <p:custDataLst>
              <p:tags r:id="rId28"/>
            </p:custDataLst>
          </p:nvPr>
        </p:nvSpPr>
        <p:spPr>
          <a:xfrm>
            <a:off x="4777105" y="5772150"/>
            <a:ext cx="1407160" cy="330200"/>
          </a:xfrm>
          <a:prstGeom prst="rect">
            <a:avLst/>
          </a:prstGeom>
          <a:solidFill>
            <a:schemeClr val="bg1"/>
          </a:solidFill>
          <a:ln w="9525" cap="flat">
            <a:noFill/>
            <a:prstDash val="dash"/>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lang="en-US" sz="1000" dirty="0" smtClean="0">
                <a:sym typeface="Calibri" panose="020F0502020204030204"/>
              </a:rPr>
              <a:t>Bundler’s </a:t>
            </a:r>
            <a:r>
              <a:rPr lang="zh-CN" altLang="en-US" sz="1000" dirty="0" smtClean="0">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28" name="圆角矩形 27"/>
          <p:cNvSpPr/>
          <p:nvPr/>
        </p:nvSpPr>
        <p:spPr>
          <a:xfrm>
            <a:off x="4625975" y="3677920"/>
            <a:ext cx="1709420" cy="1784985"/>
          </a:xfrm>
          <a:prstGeom prst="roundRect">
            <a:avLst>
              <a:gd name="adj" fmla="val 11701"/>
            </a:avLst>
          </a:prstGeom>
          <a:noFill/>
          <a:ln w="25400" cap="flat">
            <a:solidFill>
              <a:schemeClr val="bg1"/>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30" name="直接箭头连接符 29"/>
          <p:cNvCxnSpPr>
            <a:stCxn id="14" idx="2"/>
            <a:endCxn id="28" idx="0"/>
          </p:cNvCxnSpPr>
          <p:nvPr/>
        </p:nvCxnSpPr>
        <p:spPr>
          <a:xfrm flipH="1">
            <a:off x="5480685" y="3342005"/>
            <a:ext cx="3810" cy="335915"/>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1" name="直接箭头连接符 30"/>
          <p:cNvCxnSpPr>
            <a:stCxn id="28" idx="2"/>
            <a:endCxn id="27" idx="0"/>
          </p:cNvCxnSpPr>
          <p:nvPr/>
        </p:nvCxnSpPr>
        <p:spPr>
          <a:xfrm>
            <a:off x="5480685" y="5462905"/>
            <a:ext cx="0" cy="309245"/>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32" name="圆角矩形 31"/>
          <p:cNvSpPr/>
          <p:nvPr>
            <p:custDataLst>
              <p:tags r:id="rId29"/>
            </p:custDataLst>
          </p:nvPr>
        </p:nvSpPr>
        <p:spPr>
          <a:xfrm>
            <a:off x="4625975" y="5488305"/>
            <a:ext cx="1118870" cy="257810"/>
          </a:xfrm>
          <a:prstGeom prst="roundRect">
            <a:avLst/>
          </a:prstGeom>
          <a:noFill/>
          <a:ln w="19050" cap="flat">
            <a:no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生成</a:t>
            </a:r>
            <a:endParaRPr kumimoji="0" lang="zh-CN"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33" name="肘形连接符 32"/>
          <p:cNvCxnSpPr>
            <a:stCxn id="19" idx="3"/>
            <a:endCxn id="28" idx="1"/>
          </p:cNvCxnSpPr>
          <p:nvPr/>
        </p:nvCxnSpPr>
        <p:spPr>
          <a:xfrm>
            <a:off x="4146550" y="3459480"/>
            <a:ext cx="479425" cy="1111250"/>
          </a:xfrm>
          <a:prstGeom prst="bentConnector3">
            <a:avLst>
              <a:gd name="adj1" fmla="val 50066"/>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34" name="肘形连接符 33"/>
          <p:cNvCxnSpPr>
            <a:stCxn id="20" idx="3"/>
            <a:endCxn id="28" idx="1"/>
          </p:cNvCxnSpPr>
          <p:nvPr/>
        </p:nvCxnSpPr>
        <p:spPr>
          <a:xfrm flipV="1">
            <a:off x="4145280" y="4570730"/>
            <a:ext cx="480695" cy="1136650"/>
          </a:xfrm>
          <a:prstGeom prst="bentConnector3">
            <a:avLst>
              <a:gd name="adj1" fmla="val 50066"/>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40" name="肘形连接符 39"/>
          <p:cNvCxnSpPr>
            <a:stCxn id="16" idx="3"/>
            <a:endCxn id="28" idx="1"/>
          </p:cNvCxnSpPr>
          <p:nvPr/>
        </p:nvCxnSpPr>
        <p:spPr>
          <a:xfrm flipV="1">
            <a:off x="4146550" y="4570730"/>
            <a:ext cx="479425" cy="208280"/>
          </a:xfrm>
          <a:prstGeom prst="bentConnector3">
            <a:avLst>
              <a:gd name="adj1" fmla="val 50066"/>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41" name="肘形连接符 40"/>
          <p:cNvCxnSpPr>
            <a:stCxn id="21" idx="3"/>
            <a:endCxn id="28" idx="1"/>
          </p:cNvCxnSpPr>
          <p:nvPr/>
        </p:nvCxnSpPr>
        <p:spPr>
          <a:xfrm>
            <a:off x="4146550" y="4119245"/>
            <a:ext cx="479425" cy="451485"/>
          </a:xfrm>
          <a:prstGeom prst="bentConnector3">
            <a:avLst>
              <a:gd name="adj1" fmla="val 50066"/>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42" name="矩形 41"/>
          <p:cNvSpPr/>
          <p:nvPr>
            <p:custDataLst>
              <p:tags r:id="rId30"/>
            </p:custDataLst>
          </p:nvPr>
        </p:nvSpPr>
        <p:spPr>
          <a:xfrm>
            <a:off x="6955790" y="2513330"/>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43" name="矩形 42"/>
          <p:cNvSpPr/>
          <p:nvPr>
            <p:custDataLst>
              <p:tags r:id="rId31"/>
            </p:custDataLst>
          </p:nvPr>
        </p:nvSpPr>
        <p:spPr>
          <a:xfrm>
            <a:off x="6955790" y="3120390"/>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44" name="矩形 43"/>
          <p:cNvSpPr/>
          <p:nvPr>
            <p:custDataLst>
              <p:tags r:id="rId32"/>
            </p:custDataLst>
          </p:nvPr>
        </p:nvSpPr>
        <p:spPr>
          <a:xfrm>
            <a:off x="6955790" y="370903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45" name="矩形 44"/>
          <p:cNvSpPr/>
          <p:nvPr>
            <p:custDataLst>
              <p:tags r:id="rId33"/>
            </p:custDataLst>
          </p:nvPr>
        </p:nvSpPr>
        <p:spPr>
          <a:xfrm>
            <a:off x="6955790" y="4315460"/>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46" name="矩形 45"/>
          <p:cNvSpPr/>
          <p:nvPr>
            <p:custDataLst>
              <p:tags r:id="rId34"/>
            </p:custDataLst>
          </p:nvPr>
        </p:nvSpPr>
        <p:spPr>
          <a:xfrm>
            <a:off x="6955790" y="4935855"/>
            <a:ext cx="1407160" cy="330200"/>
          </a:xfrm>
          <a:prstGeom prst="rect">
            <a:avLst/>
          </a:prstGeom>
          <a:solidFill>
            <a:schemeClr val="bg1"/>
          </a:solidFill>
          <a:ln w="9525" cap="flat">
            <a:noFill/>
            <a:prstDash val="dash"/>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47" name="矩形 46"/>
          <p:cNvSpPr/>
          <p:nvPr>
            <p:custDataLst>
              <p:tags r:id="rId35"/>
            </p:custDataLst>
          </p:nvPr>
        </p:nvSpPr>
        <p:spPr>
          <a:xfrm>
            <a:off x="6955790" y="5596255"/>
            <a:ext cx="1407160" cy="330200"/>
          </a:xfrm>
          <a:prstGeom prst="rect">
            <a:avLst/>
          </a:prstGeom>
          <a:noFill/>
          <a:ln w="9525" cap="flat">
            <a:solidFill>
              <a:schemeClr val="tx1">
                <a:lumMod val="50000"/>
              </a:schemeClr>
            </a:solid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交易</a:t>
            </a:r>
            <a:r>
              <a:rPr kumimoji="0" lang="en-US" altLang="zh-CN" sz="1000" b="0" i="0" u="none" strike="noStrike" cap="none" spc="0" normalizeH="0" baseline="0" dirty="0" smtClean="0">
                <a:ln>
                  <a:noFill/>
                </a:ln>
                <a:solidFill>
                  <a:srgbClr val="4B4B4B"/>
                </a:solidFill>
                <a:effectLst/>
                <a:uFillTx/>
                <a:latin typeface="+mn-lt"/>
                <a:ea typeface="+mn-ea"/>
                <a:cs typeface="+mn-cs"/>
                <a:sym typeface="Calibri" panose="020F0502020204030204"/>
              </a:rPr>
              <a:t>+bundler’s </a:t>
            </a:r>
            <a:r>
              <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rPr>
              <a:t>签名</a:t>
            </a:r>
            <a:endParaRPr kumimoji="0" lang="zh-CN" altLang="en-US" sz="10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48" name="矩形 47"/>
          <p:cNvSpPr/>
          <p:nvPr>
            <p:custDataLst>
              <p:tags r:id="rId36"/>
            </p:custDataLst>
          </p:nvPr>
        </p:nvSpPr>
        <p:spPr>
          <a:xfrm>
            <a:off x="7073900" y="5248275"/>
            <a:ext cx="1168400" cy="330200"/>
          </a:xfrm>
          <a:prstGeom prst="rect">
            <a:avLst/>
          </a:prstGeom>
          <a:noFill/>
          <a:ln w="9525" cap="flat">
            <a:noFill/>
            <a:prstDash val="dash"/>
            <a:round/>
          </a:ln>
          <a:extLst>
            <a:ext uri="{909E8E84-426E-40DD-AFC4-6F175D3DCCD1}">
              <a14:hiddenFill xmlns:a14="http://schemas.microsoft.com/office/drawing/2010/main">
                <a:solidFill>
                  <a:schemeClr val="bg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en-US" sz="1000" b="1" i="0" u="none" strike="noStrike" cap="none" spc="0" normalizeH="0" baseline="0" dirty="0" smtClean="0">
                <a:ln>
                  <a:noFill/>
                </a:ln>
                <a:solidFill>
                  <a:srgbClr val="4B4B4B"/>
                </a:solidFill>
                <a:effectLst/>
                <a:uFillTx/>
                <a:latin typeface="+mn-lt"/>
                <a:ea typeface="+mn-ea"/>
                <a:cs typeface="+mn-cs"/>
                <a:sym typeface="Calibri" panose="020F0502020204030204"/>
              </a:rPr>
              <a:t>…</a:t>
            </a:r>
            <a:endParaRPr kumimoji="0" lang="en-US" sz="1000" b="1"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49" name="肘形连接符 48"/>
          <p:cNvCxnSpPr>
            <a:stCxn id="28" idx="3"/>
            <a:endCxn id="46" idx="1"/>
          </p:cNvCxnSpPr>
          <p:nvPr/>
        </p:nvCxnSpPr>
        <p:spPr>
          <a:xfrm>
            <a:off x="6335395" y="4570730"/>
            <a:ext cx="620395" cy="530225"/>
          </a:xfrm>
          <a:prstGeom prst="bentConnector3">
            <a:avLst>
              <a:gd name="adj1" fmla="val 37768"/>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50" name="肘形连接符 49"/>
          <p:cNvCxnSpPr>
            <a:stCxn id="27" idx="3"/>
            <a:endCxn id="46" idx="1"/>
          </p:cNvCxnSpPr>
          <p:nvPr/>
        </p:nvCxnSpPr>
        <p:spPr>
          <a:xfrm flipV="1">
            <a:off x="6184265" y="5100955"/>
            <a:ext cx="771525" cy="836295"/>
          </a:xfrm>
          <a:prstGeom prst="bentConnector3">
            <a:avLst>
              <a:gd name="adj1" fmla="val 5004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51" name="圆角矩形 50"/>
          <p:cNvSpPr/>
          <p:nvPr>
            <p:custDataLst>
              <p:tags r:id="rId37"/>
            </p:custDataLst>
          </p:nvPr>
        </p:nvSpPr>
        <p:spPr>
          <a:xfrm>
            <a:off x="8849360" y="1221105"/>
            <a:ext cx="2978785" cy="3267710"/>
          </a:xfrm>
          <a:prstGeom prst="roundRect">
            <a:avLst/>
          </a:prstGeom>
          <a:solidFill>
            <a:schemeClr val="accent5">
              <a:lumMod val="40000"/>
              <a:lumOff val="60000"/>
            </a:schemeClr>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grpSp>
        <p:nvGrpSpPr>
          <p:cNvPr id="58" name="组合 57"/>
          <p:cNvGrpSpPr/>
          <p:nvPr/>
        </p:nvGrpSpPr>
        <p:grpSpPr>
          <a:xfrm>
            <a:off x="8849360" y="5701665"/>
            <a:ext cx="1560830" cy="170815"/>
            <a:chOff x="13615" y="4099"/>
            <a:chExt cx="2458" cy="269"/>
          </a:xfrm>
        </p:grpSpPr>
        <p:cxnSp>
          <p:nvCxnSpPr>
            <p:cNvPr id="52" name="直接连接符 51"/>
            <p:cNvCxnSpPr/>
            <p:nvPr>
              <p:custDataLst>
                <p:tags r:id="rId38"/>
              </p:custDataLst>
            </p:nvPr>
          </p:nvCxnSpPr>
          <p:spPr>
            <a:xfrm>
              <a:off x="13615" y="4241"/>
              <a:ext cx="2459" cy="0"/>
            </a:xfrm>
            <a:prstGeom prst="line">
              <a:avLst/>
            </a:prstGeom>
            <a:noFill/>
            <a:ln w="9525" cap="flat">
              <a:solidFill>
                <a:schemeClr val="bg1">
                  <a:lumMod val="50000"/>
                </a:schemeClr>
              </a:solidFill>
              <a:prstDash val="solid"/>
              <a:round/>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53" name="矩形 52"/>
            <p:cNvSpPr/>
            <p:nvPr>
              <p:custDataLst>
                <p:tags r:id="rId39"/>
              </p:custDataLst>
            </p:nvPr>
          </p:nvSpPr>
          <p:spPr>
            <a:xfrm>
              <a:off x="13833" y="4102"/>
              <a:ext cx="284" cy="267"/>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54" name="矩形 53"/>
            <p:cNvSpPr/>
            <p:nvPr>
              <p:custDataLst>
                <p:tags r:id="rId40"/>
              </p:custDataLst>
            </p:nvPr>
          </p:nvSpPr>
          <p:spPr>
            <a:xfrm>
              <a:off x="15154" y="4102"/>
              <a:ext cx="284" cy="267"/>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55" name="矩形 54"/>
            <p:cNvSpPr/>
            <p:nvPr>
              <p:custDataLst>
                <p:tags r:id="rId41"/>
              </p:custDataLst>
            </p:nvPr>
          </p:nvSpPr>
          <p:spPr>
            <a:xfrm>
              <a:off x="14714" y="4102"/>
              <a:ext cx="284" cy="267"/>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56" name="矩形 55"/>
            <p:cNvSpPr/>
            <p:nvPr>
              <p:custDataLst>
                <p:tags r:id="rId42"/>
              </p:custDataLst>
            </p:nvPr>
          </p:nvSpPr>
          <p:spPr>
            <a:xfrm>
              <a:off x="14274" y="4102"/>
              <a:ext cx="284" cy="267"/>
            </a:xfrm>
            <a:prstGeom prst="rect">
              <a:avLst/>
            </a:prstGeom>
            <a:solidFill>
              <a:srgbClr val="FEEAA1"/>
            </a:solidFill>
            <a:ln w="12700" cap="flat">
              <a:solidFill>
                <a:schemeClr val="tx2">
                  <a:lumMod val="40000"/>
                  <a:lumOff val="6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57" name="矩形 56"/>
            <p:cNvSpPr/>
            <p:nvPr>
              <p:custDataLst>
                <p:tags r:id="rId43"/>
              </p:custDataLst>
            </p:nvPr>
          </p:nvSpPr>
          <p:spPr>
            <a:xfrm>
              <a:off x="15595" y="4099"/>
              <a:ext cx="284" cy="267"/>
            </a:xfrm>
            <a:prstGeom prst="rect">
              <a:avLst/>
            </a:prstGeom>
            <a:solidFill>
              <a:schemeClr val="bg1"/>
            </a:solidFill>
            <a:ln w="19050" cap="flat">
              <a:solidFill>
                <a:schemeClr val="tx1">
                  <a:lumMod val="50000"/>
                </a:schemeClr>
              </a:solid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grpSp>
      <p:sp>
        <p:nvSpPr>
          <p:cNvPr id="59" name="文本框 58"/>
          <p:cNvSpPr txBox="1"/>
          <p:nvPr/>
        </p:nvSpPr>
        <p:spPr>
          <a:xfrm>
            <a:off x="8987790" y="5937250"/>
            <a:ext cx="1201420" cy="3054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zh-CN" altLang="en-US" sz="1400">
                <a:solidFill>
                  <a:schemeClr val="tx1">
                    <a:lumMod val="50000"/>
                  </a:schemeClr>
                </a:solidFill>
              </a:rPr>
              <a:t>区块链</a:t>
            </a:r>
            <a:endParaRPr lang="zh-CN" altLang="en-US" sz="1400">
              <a:solidFill>
                <a:schemeClr val="tx1">
                  <a:lumMod val="50000"/>
                </a:schemeClr>
              </a:solidFill>
            </a:endParaRPr>
          </a:p>
        </p:txBody>
      </p:sp>
      <p:sp>
        <p:nvSpPr>
          <p:cNvPr id="60" name="圆角矩形 59"/>
          <p:cNvSpPr/>
          <p:nvPr>
            <p:custDataLst>
              <p:tags r:id="rId44"/>
            </p:custDataLst>
          </p:nvPr>
        </p:nvSpPr>
        <p:spPr>
          <a:xfrm>
            <a:off x="8660765" y="4636770"/>
            <a:ext cx="1463675" cy="396240"/>
          </a:xfrm>
          <a:prstGeom prst="roundRect">
            <a:avLst/>
          </a:prstGeom>
          <a:noFill/>
          <a:ln w="25400" cap="flat">
            <a:solidFill>
              <a:srgbClr val="FF0000"/>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rPr>
              <a:t>矿工</a:t>
            </a:r>
            <a:r>
              <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a:t>
            </a:r>
            <a:r>
              <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rPr>
              <a:t>验证者将这个</a:t>
            </a:r>
            <a:r>
              <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bundle</a:t>
            </a:r>
            <a:endPar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rPr>
              <a:t>（视为</a:t>
            </a:r>
            <a:r>
              <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1</a:t>
            </a:r>
            <a:r>
              <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rPr>
              <a:t>笔交易）上链</a:t>
            </a:r>
            <a:endParaRPr kumimoji="0" lang="zh-CN" altLang="en-US" sz="9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61" name="圆角矩形 60"/>
          <p:cNvSpPr/>
          <p:nvPr>
            <p:custDataLst>
              <p:tags r:id="rId45"/>
            </p:custDataLst>
          </p:nvPr>
        </p:nvSpPr>
        <p:spPr>
          <a:xfrm>
            <a:off x="8661400" y="5182870"/>
            <a:ext cx="1463040" cy="213360"/>
          </a:xfrm>
          <a:prstGeom prst="roundRect">
            <a:avLst/>
          </a:prstGeom>
          <a:noFill/>
          <a:ln w="25400" cap="flat">
            <a:solidFill>
              <a:srgbClr val="FF0000"/>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共识层验证</a:t>
            </a:r>
            <a:r>
              <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rPr>
              <a:t>bundle</a:t>
            </a:r>
            <a:endParaRPr kumimoji="0" lang="en-US" altLang="zh-CN" sz="9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cxnSp>
        <p:nvCxnSpPr>
          <p:cNvPr id="62" name="肘形连接符 61"/>
          <p:cNvCxnSpPr>
            <a:stCxn id="46" idx="3"/>
            <a:endCxn id="57" idx="0"/>
          </p:cNvCxnSpPr>
          <p:nvPr/>
        </p:nvCxnSpPr>
        <p:spPr>
          <a:xfrm>
            <a:off x="8362950" y="5100955"/>
            <a:ext cx="1833880" cy="600710"/>
          </a:xfrm>
          <a:prstGeom prst="bentConnector2">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cxnSp>
        <p:nvCxnSpPr>
          <p:cNvPr id="65" name="直接连接符 64"/>
          <p:cNvCxnSpPr/>
          <p:nvPr/>
        </p:nvCxnSpPr>
        <p:spPr>
          <a:xfrm flipH="1">
            <a:off x="10196830" y="4253865"/>
            <a:ext cx="1522730" cy="1447800"/>
          </a:xfrm>
          <a:prstGeom prst="line">
            <a:avLst/>
          </a:prstGeom>
          <a:noFill/>
          <a:ln w="25400" cap="flat">
            <a:solidFill>
              <a:schemeClr val="accent5">
                <a:lumMod val="20000"/>
                <a:lumOff val="80000"/>
              </a:schemeClr>
            </a:solidFill>
            <a:prstDash val="solid"/>
            <a:round/>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66" name="文本框 65"/>
          <p:cNvSpPr txBox="1"/>
          <p:nvPr/>
        </p:nvSpPr>
        <p:spPr>
          <a:xfrm>
            <a:off x="9448165" y="1221105"/>
            <a:ext cx="1849120" cy="3054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en-US" altLang="zh-CN" sz="1400">
                <a:solidFill>
                  <a:schemeClr val="tx1">
                    <a:lumMod val="50000"/>
                  </a:schemeClr>
                </a:solidFill>
              </a:rPr>
              <a:t>EVM</a:t>
            </a:r>
            <a:r>
              <a:rPr lang="zh-CN" altLang="en-US" sz="1400">
                <a:solidFill>
                  <a:schemeClr val="tx1">
                    <a:lumMod val="50000"/>
                  </a:schemeClr>
                </a:solidFill>
              </a:rPr>
              <a:t>执行这个</a:t>
            </a:r>
            <a:r>
              <a:rPr lang="en-US" altLang="zh-CN" sz="1400">
                <a:solidFill>
                  <a:schemeClr val="tx1">
                    <a:lumMod val="50000"/>
                  </a:schemeClr>
                </a:solidFill>
              </a:rPr>
              <a:t>bundle</a:t>
            </a:r>
            <a:endParaRPr lang="en-US" altLang="zh-CN" sz="1400">
              <a:solidFill>
                <a:schemeClr val="tx1">
                  <a:lumMod val="50000"/>
                </a:schemeClr>
              </a:solidFill>
            </a:endParaRPr>
          </a:p>
        </p:txBody>
      </p:sp>
      <p:sp>
        <p:nvSpPr>
          <p:cNvPr id="67" name="圆角矩形 66"/>
          <p:cNvSpPr/>
          <p:nvPr/>
        </p:nvSpPr>
        <p:spPr>
          <a:xfrm>
            <a:off x="8941435" y="1619250"/>
            <a:ext cx="2777490" cy="2776855"/>
          </a:xfrm>
          <a:prstGeom prst="roundRect">
            <a:avLst/>
          </a:prstGeom>
          <a:noFill/>
          <a:ln w="25400" cap="flat">
            <a:solidFill>
              <a:schemeClr val="bg1"/>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68" name="矩形 67"/>
          <p:cNvSpPr/>
          <p:nvPr>
            <p:custDataLst>
              <p:tags r:id="rId46"/>
            </p:custDataLst>
          </p:nvPr>
        </p:nvSpPr>
        <p:spPr>
          <a:xfrm>
            <a:off x="9168130" y="1723390"/>
            <a:ext cx="2328545" cy="507365"/>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入口点合约</a:t>
            </a:r>
            <a:endPar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EntryPoint Contract</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70" name="矩形 69"/>
          <p:cNvSpPr/>
          <p:nvPr>
            <p:custDataLst>
              <p:tags r:id="rId47"/>
            </p:custDataLst>
          </p:nvPr>
        </p:nvSpPr>
        <p:spPr>
          <a:xfrm>
            <a:off x="9001760" y="3030855"/>
            <a:ext cx="838200" cy="61722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钱包合约</a:t>
            </a:r>
            <a:endPar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Wallet Contract</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73" name="矩形 72"/>
          <p:cNvSpPr/>
          <p:nvPr>
            <p:custDataLst>
              <p:tags r:id="rId48"/>
            </p:custDataLst>
          </p:nvPr>
        </p:nvSpPr>
        <p:spPr>
          <a:xfrm>
            <a:off x="9906000" y="3030855"/>
            <a:ext cx="838200" cy="61722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钱包合约</a:t>
            </a:r>
            <a:endPar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Wallet Contract</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74" name="矩形 73"/>
          <p:cNvSpPr/>
          <p:nvPr>
            <p:custDataLst>
              <p:tags r:id="rId49"/>
            </p:custDataLst>
          </p:nvPr>
        </p:nvSpPr>
        <p:spPr>
          <a:xfrm>
            <a:off x="10810240" y="3030855"/>
            <a:ext cx="838200" cy="61722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00000"/>
              </a:lnSpc>
              <a:spcBef>
                <a:spcPts val="0"/>
              </a:spcBef>
              <a:spcAft>
                <a:spcPts val="0"/>
              </a:spcAft>
              <a:buClrTx/>
              <a:buSzTx/>
              <a:buFontTx/>
              <a:buNone/>
            </a:pPr>
            <a:r>
              <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钱包合约</a:t>
            </a:r>
            <a:endParaRPr kumimoji="0" 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a:p>
            <a:pPr marL="0" marR="0" indent="0" algn="ctr" defTabSz="457200" rtl="0" fontAlgn="auto" latinLnBrk="0" hangingPunct="0">
              <a:lnSpc>
                <a:spcPct val="100000"/>
              </a:lnSpc>
              <a:spcBef>
                <a:spcPts val="0"/>
              </a:spcBef>
              <a:spcAft>
                <a:spcPts val="0"/>
              </a:spcAft>
              <a:buClrTx/>
              <a:buSzTx/>
              <a:buFontTx/>
              <a:buNone/>
            </a:pPr>
            <a:r>
              <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rPr>
              <a:t>Wallet Contract</a:t>
            </a:r>
            <a:endParaRPr kumimoji="0" lang="en-US" altLang="zh-CN" sz="12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75" name="文本框 74"/>
          <p:cNvSpPr txBox="1"/>
          <p:nvPr/>
        </p:nvSpPr>
        <p:spPr>
          <a:xfrm>
            <a:off x="9448165" y="2307590"/>
            <a:ext cx="2172970" cy="6438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28600" marR="0" indent="-228600" algn="l" defTabSz="457200" rtl="0" fontAlgn="auto" latinLnBrk="0" hangingPunct="0">
              <a:lnSpc>
                <a:spcPct val="100000"/>
              </a:lnSpc>
              <a:spcBef>
                <a:spcPts val="0"/>
              </a:spcBef>
              <a:spcAft>
                <a:spcPts val="0"/>
              </a:spcAft>
              <a:buClrTx/>
              <a:buSzTx/>
              <a:buFontTx/>
              <a:buAutoNum type="arabicPeriod"/>
            </a:pPr>
            <a:r>
              <a:rPr lang="zh-CN" altLang="en-US" sz="1200">
                <a:solidFill>
                  <a:schemeClr val="tx1">
                    <a:lumMod val="50000"/>
                  </a:schemeClr>
                </a:solidFill>
              </a:rPr>
              <a:t>入口点合约验证</a:t>
            </a:r>
            <a:r>
              <a:rPr lang="en-US" altLang="zh-CN" sz="1200">
                <a:solidFill>
                  <a:schemeClr val="tx1">
                    <a:lumMod val="50000"/>
                  </a:schemeClr>
                </a:solidFill>
              </a:rPr>
              <a:t>Bundle</a:t>
            </a:r>
            <a:r>
              <a:rPr lang="zh-CN" altLang="en-US" sz="1200">
                <a:solidFill>
                  <a:schemeClr val="tx1">
                    <a:lumMod val="50000"/>
                  </a:schemeClr>
                </a:solidFill>
              </a:rPr>
              <a:t>里</a:t>
            </a:r>
            <a:r>
              <a:rPr lang="en-US" altLang="zh-CN" sz="1200">
                <a:solidFill>
                  <a:schemeClr val="tx1">
                    <a:lumMod val="50000"/>
                  </a:schemeClr>
                </a:solidFill>
              </a:rPr>
              <a:t>UserOperation</a:t>
            </a:r>
            <a:r>
              <a:rPr lang="zh-CN" altLang="en-US" sz="1200">
                <a:solidFill>
                  <a:schemeClr val="tx1">
                    <a:lumMod val="50000"/>
                  </a:schemeClr>
                </a:solidFill>
              </a:rPr>
              <a:t>的合法性</a:t>
            </a:r>
            <a:endParaRPr lang="zh-CN" altLang="en-US" sz="1200">
              <a:solidFill>
                <a:schemeClr val="tx1">
                  <a:lumMod val="50000"/>
                </a:schemeClr>
              </a:solidFill>
            </a:endParaRPr>
          </a:p>
          <a:p>
            <a:pPr marL="228600" marR="0" indent="-228600" algn="l" defTabSz="457200" rtl="0" fontAlgn="auto" latinLnBrk="0" hangingPunct="0">
              <a:lnSpc>
                <a:spcPct val="100000"/>
              </a:lnSpc>
              <a:spcBef>
                <a:spcPts val="0"/>
              </a:spcBef>
              <a:spcAft>
                <a:spcPts val="0"/>
              </a:spcAft>
              <a:buClrTx/>
              <a:buSzTx/>
              <a:buFontTx/>
              <a:buAutoNum type="arabicPeriod"/>
            </a:pPr>
            <a:r>
              <a:rPr lang="zh-CN" altLang="en-US" sz="1200">
                <a:solidFill>
                  <a:schemeClr val="tx1">
                    <a:lumMod val="50000"/>
                  </a:schemeClr>
                </a:solidFill>
              </a:rPr>
              <a:t>调用指定的钱包合约</a:t>
            </a:r>
            <a:endParaRPr lang="zh-CN" altLang="en-US" sz="1200">
              <a:solidFill>
                <a:schemeClr val="tx1">
                  <a:lumMod val="50000"/>
                </a:schemeClr>
              </a:solidFill>
            </a:endParaRPr>
          </a:p>
        </p:txBody>
      </p:sp>
      <p:sp>
        <p:nvSpPr>
          <p:cNvPr id="76" name="文本框 75"/>
          <p:cNvSpPr txBox="1"/>
          <p:nvPr>
            <p:custDataLst>
              <p:tags r:id="rId50"/>
            </p:custDataLst>
          </p:nvPr>
        </p:nvSpPr>
        <p:spPr>
          <a:xfrm>
            <a:off x="9333865" y="3691890"/>
            <a:ext cx="2077720" cy="6438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228600" marR="0" indent="-228600" algn="l" defTabSz="457200" rtl="0" fontAlgn="auto" latinLnBrk="0" hangingPunct="0">
              <a:lnSpc>
                <a:spcPct val="100000"/>
              </a:lnSpc>
              <a:spcBef>
                <a:spcPts val="0"/>
              </a:spcBef>
              <a:spcAft>
                <a:spcPts val="0"/>
              </a:spcAft>
              <a:buClrTx/>
              <a:buSzTx/>
              <a:buFontTx/>
              <a:buAutoNum type="arabicPeriod"/>
            </a:pPr>
            <a:r>
              <a:rPr lang="zh-CN" altLang="en-US" sz="1200">
                <a:solidFill>
                  <a:schemeClr val="tx1">
                    <a:lumMod val="50000"/>
                  </a:schemeClr>
                </a:solidFill>
              </a:rPr>
              <a:t>钱包合约验证</a:t>
            </a:r>
            <a:r>
              <a:rPr lang="en-US" altLang="zh-CN" sz="1200">
                <a:solidFill>
                  <a:schemeClr val="tx1">
                    <a:lumMod val="50000"/>
                  </a:schemeClr>
                </a:solidFill>
              </a:rPr>
              <a:t>Bundle</a:t>
            </a:r>
            <a:r>
              <a:rPr lang="zh-CN" altLang="en-US" sz="1200">
                <a:solidFill>
                  <a:schemeClr val="tx1">
                    <a:lumMod val="50000"/>
                  </a:schemeClr>
                </a:solidFill>
              </a:rPr>
              <a:t>里</a:t>
            </a:r>
            <a:r>
              <a:rPr lang="en-US" altLang="zh-CN" sz="1200">
                <a:solidFill>
                  <a:schemeClr val="tx1">
                    <a:lumMod val="50000"/>
                  </a:schemeClr>
                </a:solidFill>
              </a:rPr>
              <a:t>UserOperation</a:t>
            </a:r>
            <a:r>
              <a:rPr lang="zh-CN" altLang="en-US" sz="1200">
                <a:solidFill>
                  <a:schemeClr val="tx1">
                    <a:lumMod val="50000"/>
                  </a:schemeClr>
                </a:solidFill>
              </a:rPr>
              <a:t>的具体内容</a:t>
            </a:r>
            <a:endParaRPr lang="zh-CN" altLang="en-US" sz="1200">
              <a:solidFill>
                <a:schemeClr val="tx1">
                  <a:lumMod val="50000"/>
                </a:schemeClr>
              </a:solidFill>
            </a:endParaRPr>
          </a:p>
          <a:p>
            <a:pPr marL="228600" marR="0" indent="-228600" algn="l" defTabSz="457200" rtl="0" fontAlgn="auto" latinLnBrk="0" hangingPunct="0">
              <a:lnSpc>
                <a:spcPct val="100000"/>
              </a:lnSpc>
              <a:spcBef>
                <a:spcPts val="0"/>
              </a:spcBef>
              <a:spcAft>
                <a:spcPts val="0"/>
              </a:spcAft>
              <a:buClrTx/>
              <a:buSzTx/>
              <a:buFontTx/>
              <a:buAutoNum type="arabicPeriod"/>
            </a:pPr>
            <a:r>
              <a:rPr lang="zh-CN" altLang="en-US" sz="1200">
                <a:solidFill>
                  <a:schemeClr val="tx1">
                    <a:lumMod val="50000"/>
                  </a:schemeClr>
                </a:solidFill>
              </a:rPr>
              <a:t>执行具体操作</a:t>
            </a:r>
            <a:endParaRPr lang="zh-CN" altLang="en-US" sz="1200">
              <a:solidFill>
                <a:schemeClr val="tx1">
                  <a:lumMod val="50000"/>
                </a:schemeClr>
              </a:solidFill>
            </a:endParaRPr>
          </a:p>
        </p:txBody>
      </p:sp>
      <p:cxnSp>
        <p:nvCxnSpPr>
          <p:cNvPr id="77" name="直接箭头连接符 76"/>
          <p:cNvCxnSpPr/>
          <p:nvPr/>
        </p:nvCxnSpPr>
        <p:spPr>
          <a:xfrm>
            <a:off x="9263380" y="2251710"/>
            <a:ext cx="9525" cy="784225"/>
          </a:xfrm>
          <a:prstGeom prst="straightConnector1">
            <a:avLst/>
          </a:prstGeom>
          <a:noFill/>
          <a:ln w="19050" cap="flat">
            <a:solidFill>
              <a:schemeClr val="bg2">
                <a:lumMod val="25000"/>
              </a:schemeClr>
            </a:solidFill>
            <a:prstDash val="solid"/>
            <a:round/>
            <a:tailEnd type="triangle"/>
          </a:ln>
          <a:effectLst>
            <a:outerShdw blurRad="38100" dist="20000" dir="5400000" sx="1000" sy="1000" rotWithShape="0">
              <a:schemeClr val="accent1">
                <a:alpha val="38000"/>
              </a:schemeClr>
            </a:outerShdw>
          </a:effectLst>
        </p:spPr>
        <p:style>
          <a:lnRef idx="0">
            <a:scrgbClr r="0" g="0" b="0"/>
          </a:lnRef>
          <a:fillRef idx="0">
            <a:scrgbClr r="0" g="0" b="0"/>
          </a:fillRef>
          <a:effectRef idx="0">
            <a:scrgbClr r="0" g="0" b="0"/>
          </a:effectRef>
          <a:fontRef idx="none"/>
        </p:style>
      </p:cxnSp>
      <p:sp>
        <p:nvSpPr>
          <p:cNvPr id="78" name="矩形 77"/>
          <p:cNvSpPr/>
          <p:nvPr>
            <p:custDataLst>
              <p:tags r:id="rId51"/>
            </p:custDataLst>
          </p:nvPr>
        </p:nvSpPr>
        <p:spPr>
          <a:xfrm>
            <a:off x="734060" y="1468755"/>
            <a:ext cx="1397635" cy="5359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20000"/>
              </a:lnSpc>
              <a:spcBef>
                <a:spcPts val="0"/>
              </a:spcBef>
              <a:spcAft>
                <a:spcPts val="0"/>
              </a:spcAft>
              <a:buClrTx/>
              <a:buSzTx/>
              <a:buFontTx/>
              <a:buNone/>
            </a:pP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发起交易</a:t>
            </a: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意图</a:t>
            </a:r>
            <a:endPar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a:p>
            <a:pPr marL="0" marR="0" indent="0" algn="ctr" defTabSz="457200" rtl="0" fontAlgn="auto" latinLnBrk="0" hangingPunct="0">
              <a:lnSpc>
                <a:spcPct val="120000"/>
              </a:lnSpc>
              <a:spcBef>
                <a:spcPts val="0"/>
              </a:spcBef>
              <a:spcAft>
                <a:spcPts val="0"/>
              </a:spcAft>
              <a:buClrTx/>
              <a:buSzTx/>
              <a:buFontTx/>
              <a:buNone/>
            </a:pPr>
            <a:r>
              <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Wallet Owner</a:t>
            </a:r>
            <a:endPar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79" name="矩形 78"/>
          <p:cNvSpPr/>
          <p:nvPr>
            <p:custDataLst>
              <p:tags r:id="rId52"/>
            </p:custDataLst>
          </p:nvPr>
        </p:nvSpPr>
        <p:spPr>
          <a:xfrm>
            <a:off x="2774315" y="1468755"/>
            <a:ext cx="1397635" cy="5359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20000"/>
              </a:lnSpc>
              <a:spcBef>
                <a:spcPts val="0"/>
              </a:spcBef>
              <a:spcAft>
                <a:spcPts val="0"/>
              </a:spcAft>
              <a:buClrTx/>
              <a:buSzTx/>
              <a:buFontTx/>
              <a:buNone/>
            </a:pP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用户操作内存池</a:t>
            </a:r>
            <a:endPar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a:p>
            <a:pPr marL="0" marR="0" indent="0" algn="ctr" defTabSz="457200" rtl="0" fontAlgn="auto" latinLnBrk="0" hangingPunct="0">
              <a:lnSpc>
                <a:spcPct val="120000"/>
              </a:lnSpc>
              <a:spcBef>
                <a:spcPts val="0"/>
              </a:spcBef>
              <a:spcAft>
                <a:spcPts val="0"/>
              </a:spcAft>
              <a:buClrTx/>
              <a:buSzTx/>
              <a:buFontTx/>
              <a:buNone/>
            </a:pPr>
            <a:r>
              <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UserOperation Mempool</a:t>
            </a:r>
            <a:endPar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80" name="矩形 79"/>
          <p:cNvSpPr/>
          <p:nvPr>
            <p:custDataLst>
              <p:tags r:id="rId53"/>
            </p:custDataLst>
          </p:nvPr>
        </p:nvSpPr>
        <p:spPr>
          <a:xfrm>
            <a:off x="4847590" y="1468755"/>
            <a:ext cx="1397635" cy="5359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20000"/>
              </a:lnSpc>
              <a:spcBef>
                <a:spcPts val="0"/>
              </a:spcBef>
              <a:spcAft>
                <a:spcPts val="0"/>
              </a:spcAft>
              <a:buClrTx/>
              <a:buSzTx/>
              <a:buFontTx/>
              <a:buNone/>
            </a:pP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批量打包</a:t>
            </a:r>
            <a:endPar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a:p>
            <a:pPr marL="0" marR="0" indent="0" algn="ctr" defTabSz="457200" rtl="0" fontAlgn="auto" latinLnBrk="0" hangingPunct="0">
              <a:lnSpc>
                <a:spcPct val="120000"/>
              </a:lnSpc>
              <a:spcBef>
                <a:spcPts val="0"/>
              </a:spcBef>
              <a:spcAft>
                <a:spcPts val="0"/>
              </a:spcAft>
              <a:buClrTx/>
              <a:buSzTx/>
              <a:buFontTx/>
              <a:buNone/>
            </a:pPr>
            <a:r>
              <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Bundler</a:t>
            </a:r>
            <a:endPar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81" name="矩形 80"/>
          <p:cNvSpPr/>
          <p:nvPr>
            <p:custDataLst>
              <p:tags r:id="rId54"/>
            </p:custDataLst>
          </p:nvPr>
        </p:nvSpPr>
        <p:spPr>
          <a:xfrm>
            <a:off x="6828155" y="1468755"/>
            <a:ext cx="1561465" cy="5359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20000"/>
              </a:lnSpc>
              <a:spcBef>
                <a:spcPts val="0"/>
              </a:spcBef>
              <a:spcAft>
                <a:spcPts val="0"/>
              </a:spcAft>
              <a:buClrTx/>
              <a:buSzTx/>
              <a:buFontTx/>
              <a:buNone/>
            </a:pP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节点</a:t>
            </a: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的交易</a:t>
            </a: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内存池</a:t>
            </a:r>
            <a:endPar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a:p>
            <a:pPr marL="0" marR="0" indent="0" algn="ctr" defTabSz="457200" rtl="0" fontAlgn="auto" latinLnBrk="0" hangingPunct="0">
              <a:lnSpc>
                <a:spcPct val="120000"/>
              </a:lnSpc>
              <a:spcBef>
                <a:spcPts val="0"/>
              </a:spcBef>
              <a:spcAft>
                <a:spcPts val="0"/>
              </a:spcAft>
              <a:buClrTx/>
              <a:buSzTx/>
              <a:buFontTx/>
              <a:buNone/>
            </a:pPr>
            <a:r>
              <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Transaction</a:t>
            </a:r>
            <a:endPar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a:p>
            <a:pPr marL="0" marR="0" indent="0" algn="ctr" defTabSz="457200" rtl="0" fontAlgn="auto" latinLnBrk="0" hangingPunct="0">
              <a:lnSpc>
                <a:spcPct val="120000"/>
              </a:lnSpc>
              <a:spcBef>
                <a:spcPts val="0"/>
              </a:spcBef>
              <a:spcAft>
                <a:spcPts val="0"/>
              </a:spcAft>
              <a:buClrTx/>
              <a:buSzTx/>
              <a:buFontTx/>
              <a:buNone/>
            </a:pPr>
            <a:r>
              <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Mempool</a:t>
            </a:r>
            <a:endPar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82" name="矩形 81"/>
          <p:cNvSpPr/>
          <p:nvPr>
            <p:custDataLst>
              <p:tags r:id="rId55"/>
            </p:custDataLst>
          </p:nvPr>
        </p:nvSpPr>
        <p:spPr>
          <a:xfrm>
            <a:off x="9448165" y="799465"/>
            <a:ext cx="1749425" cy="421640"/>
          </a:xfrm>
          <a:prstGeom prst="rect">
            <a:avLst/>
          </a:prstGeom>
          <a:solidFill>
            <a:schemeClr val="bg1"/>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anchorCtr="0" forceAA="0">
            <a:noAutofit/>
          </a:bodyPr>
          <a:p>
            <a:pPr marL="0" marR="0" indent="0" algn="ctr" defTabSz="457200" rtl="0" fontAlgn="auto" latinLnBrk="0" hangingPunct="0">
              <a:lnSpc>
                <a:spcPct val="120000"/>
              </a:lnSpc>
              <a:spcBef>
                <a:spcPts val="0"/>
              </a:spcBef>
              <a:spcAft>
                <a:spcPts val="0"/>
              </a:spcAft>
              <a:buClrTx/>
              <a:buSzTx/>
              <a:buFontTx/>
              <a:buNone/>
            </a:pPr>
            <a:r>
              <a:rPr kumimoji="0" 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以太坊虚拟机</a:t>
            </a:r>
            <a:r>
              <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rPr>
              <a:t>EVM</a:t>
            </a:r>
            <a:endParaRPr kumimoji="0" lang="en-US" altLang="zh-CN" sz="1400" b="0" i="0" u="none" strike="noStrike" cap="none" spc="0" normalizeH="0" baseline="0" dirty="0" smtClean="0">
              <a:ln>
                <a:noFill/>
              </a:ln>
              <a:solidFill>
                <a:srgbClr val="4B4B4B"/>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5" name="此处添加标题/Add title here"/>
          <p:cNvSpPr txBox="1"/>
          <p:nvPr/>
        </p:nvSpPr>
        <p:spPr>
          <a:xfrm>
            <a:off x="930063" y="199024"/>
            <a:ext cx="665353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用户操作</a:t>
            </a:r>
            <a:r>
              <a:rPr lang="en-US" altLang="zh-CN" dirty="0">
                <a:latin typeface="Arial" panose="020B0604020202090204" pitchFamily="34" charset="0"/>
                <a:ea typeface="方正兰亭黑简体" panose="02000000000000000000" pitchFamily="2" charset="-122"/>
                <a:sym typeface="Arial" panose="020B0604020202090204" pitchFamily="34" charset="0"/>
              </a:rPr>
              <a:t> UserOperation</a:t>
            </a:r>
            <a:endParaRPr lang="en-US" altLang="zh-CN" dirty="0">
              <a:latin typeface="Arial" panose="020B0604020202090204" pitchFamily="34" charset="0"/>
              <a:ea typeface="方正兰亭黑简体" panose="02000000000000000000" pitchFamily="2" charset="-122"/>
              <a:sym typeface="Arial" panose="020B0604020202090204" pitchFamily="34" charset="0"/>
            </a:endParaRPr>
          </a:p>
        </p:txBody>
      </p:sp>
      <p:graphicFrame>
        <p:nvGraphicFramePr>
          <p:cNvPr id="10" name="表格 1"/>
          <p:cNvGraphicFramePr>
            <a:graphicFrameLocks noGrp="1"/>
          </p:cNvGraphicFramePr>
          <p:nvPr/>
        </p:nvGraphicFramePr>
        <p:xfrm>
          <a:off x="930542" y="898639"/>
          <a:ext cx="10418511" cy="5589905"/>
        </p:xfrm>
        <a:graphic>
          <a:graphicData uri="http://schemas.openxmlformats.org/drawingml/2006/table">
            <a:tbl>
              <a:tblPr firstRow="1" bandRow="1">
                <a:tableStyleId>{5940675A-B579-460E-94D1-54222C63F5DA}</a:tableStyleId>
              </a:tblPr>
              <a:tblGrid>
                <a:gridCol w="2484120"/>
                <a:gridCol w="1400175"/>
                <a:gridCol w="6534216"/>
              </a:tblGrid>
              <a:tr h="539750">
                <a:tc>
                  <a:txBody>
                    <a:bodyPr/>
                    <a:p>
                      <a:pPr algn="l">
                        <a:lnSpc>
                          <a:spcPct val="150000"/>
                        </a:lnSpc>
                      </a:pPr>
                      <a:r>
                        <a:rPr lang="zh-CN" altLang="en-US" sz="1800" b="1" i="0" u="none" strike="noStrike" cap="none" spc="0" baseline="0" dirty="0" smtClean="0">
                          <a:solidFill>
                            <a:schemeClr val="bg1"/>
                          </a:solidFill>
                          <a:uFillTx/>
                          <a:latin typeface="微软雅黑" charset="0"/>
                          <a:ea typeface="微软雅黑" charset="0"/>
                          <a:cs typeface="+mn-cs"/>
                          <a:sym typeface="Arial" panose="020B0604020202090204" pitchFamily="34" charset="0"/>
                        </a:rPr>
                        <a:t>字段</a:t>
                      </a:r>
                      <a:endParaRPr lang="zh-CN" altLang="en-US" sz="1800" b="1" i="0" u="none" strike="noStrike" cap="none" spc="0" baseline="0" dirty="0" smtClean="0">
                        <a:solidFill>
                          <a:schemeClr val="bg1"/>
                        </a:solidFill>
                        <a:uFillTx/>
                        <a:latin typeface="微软雅黑" charset="0"/>
                        <a:ea typeface="微软雅黑" charset="0"/>
                        <a:cs typeface="+mn-cs"/>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69BFF"/>
                    </a:solidFill>
                  </a:tcPr>
                </a:tc>
                <a:tc>
                  <a:txBody>
                    <a:bodyPr/>
                    <a:p>
                      <a:pPr algn="l">
                        <a:lnSpc>
                          <a:spcPct val="150000"/>
                        </a:lnSpc>
                      </a:pPr>
                      <a:r>
                        <a:rPr lang="zh-CN" altLang="en-US" sz="1800" b="1" dirty="0">
                          <a:solidFill>
                            <a:schemeClr val="bg1"/>
                          </a:solidFill>
                          <a:latin typeface="微软雅黑" charset="0"/>
                          <a:ea typeface="微软雅黑" charset="0"/>
                          <a:sym typeface="Arial" panose="020B0604020202090204" pitchFamily="34" charset="0"/>
                        </a:rPr>
                        <a:t>类型</a:t>
                      </a:r>
                      <a:endParaRPr lang="zh-CN" altLang="en-US" sz="1800" b="1" dirty="0">
                        <a:solidFill>
                          <a:schemeClr val="bg1"/>
                        </a:solidFill>
                        <a:latin typeface="微软雅黑" charset="0"/>
                        <a:ea typeface="微软雅黑"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69BFF"/>
                    </a:solidFill>
                  </a:tcPr>
                </a:tc>
                <a:tc>
                  <a:txBody>
                    <a:bodyPr/>
                    <a:p>
                      <a:pPr algn="l">
                        <a:lnSpc>
                          <a:spcPct val="150000"/>
                        </a:lnSpc>
                      </a:pPr>
                      <a:r>
                        <a:rPr lang="zh-CN" altLang="en-US" sz="1800" b="1" dirty="0" smtClean="0">
                          <a:solidFill>
                            <a:schemeClr val="bg1"/>
                          </a:solidFill>
                          <a:latin typeface="微软雅黑" charset="0"/>
                          <a:ea typeface="微软雅黑" charset="0"/>
                          <a:sym typeface="Arial" panose="020B0604020202090204" pitchFamily="34" charset="0"/>
                        </a:rPr>
                        <a:t>描述</a:t>
                      </a:r>
                      <a:endParaRPr lang="zh-CN" altLang="en-US" sz="1800" b="1" dirty="0" smtClean="0">
                        <a:solidFill>
                          <a:schemeClr val="bg1"/>
                        </a:solidFill>
                        <a:latin typeface="微软雅黑" charset="0"/>
                        <a:ea typeface="微软雅黑"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69BFF"/>
                    </a:solidFill>
                  </a:tcPr>
                </a:tc>
              </a:tr>
              <a:tr h="431800">
                <a:tc>
                  <a:txBody>
                    <a:bodyPr/>
                    <a:p>
                      <a:pPr algn="l">
                        <a:lnSpc>
                          <a:spcPct val="150000"/>
                        </a:lnSpc>
                      </a:pPr>
                      <a:r>
                        <a:rPr lang="en-US" altLang="zh-CN" sz="1400" b="1" i="0" dirty="0" smtClean="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sender</a:t>
                      </a:r>
                      <a:endParaRPr lang="en-US" altLang="zh-CN" sz="1400" b="1" i="0" dirty="0" smtClean="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p>
                      <a:pPr algn="l">
                        <a:lnSpc>
                          <a:spcPct val="150000"/>
                        </a:lnSpc>
                      </a:pPr>
                      <a:r>
                        <a:rPr lang="en-US" altLang="zh-CN" sz="1400" b="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address</a:t>
                      </a:r>
                      <a:endParaRPr lang="en-US" altLang="zh-CN" sz="1400" b="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p>
                      <a:pPr algn="l">
                        <a:lnSpc>
                          <a:spcPct val="150000"/>
                        </a:lnSpc>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making-the-operation的智能合约钱包地址</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r>
              <a:tr h="432000">
                <a:tc>
                  <a:txBody>
                    <a:bodyPr/>
                    <a:p>
                      <a:pPr algn="l">
                        <a:lnSpc>
                          <a:spcPct val="150000"/>
                        </a:lnSpc>
                      </a:pPr>
                      <a:r>
                        <a:rPr lang="en-US" altLang="zh-CN" sz="1400" b="1" dirty="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callData</a:t>
                      </a:r>
                      <a:endParaRPr lang="en-US" altLang="zh-CN" sz="1400" b="1" dirty="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l">
                        <a:lnSpc>
                          <a:spcPct val="150000"/>
                        </a:lnSpc>
                      </a:pPr>
                      <a:r>
                        <a:rPr lang="en-US" altLang="zh-CN" sz="1400" b="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bytes</a:t>
                      </a:r>
                      <a:endParaRPr lang="en-US" altLang="zh-CN" sz="1400" b="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在合约执行时发送给sender的数据</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buNone/>
                      </a:pPr>
                      <a:r>
                        <a:rPr lang="en-US" altLang="zh-CN" sz="1400" b="1" dirty="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paymasterAndData</a:t>
                      </a:r>
                      <a:endParaRPr lang="en-US" altLang="zh-CN" sz="1400" b="1" dirty="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algn="l">
                        <a:lnSpc>
                          <a:spcPct val="150000"/>
                        </a:lnSpc>
                        <a:buNone/>
                      </a:pPr>
                      <a:r>
                        <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bytes</a:t>
                      </a:r>
                      <a:endPar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赞助交易的付款方地址</a:t>
                      </a:r>
                      <a:r>
                        <a:rPr lang="zh-CN" altLang="en-US"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等信息</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（如果不需要代付，则该数据为空）</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1800">
                <a:tc>
                  <a:txBody>
                    <a:bodyPr/>
                    <a:p>
                      <a:pPr algn="l">
                        <a:lnSpc>
                          <a:spcPct val="150000"/>
                        </a:lnSpc>
                        <a:buNone/>
                      </a:pPr>
                      <a:r>
                        <a:rPr lang="en-US" altLang="zh-CN" sz="1400" b="1" dirty="0" smtClean="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signature</a:t>
                      </a:r>
                      <a:endParaRPr lang="en-US" altLang="zh-CN" sz="1400" b="1" dirty="0" smtClean="0">
                        <a:solidFill>
                          <a:schemeClr val="accent4"/>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l">
                        <a:lnSpc>
                          <a:spcPct val="150000"/>
                        </a:lnSpc>
                        <a:buNone/>
                      </a:pPr>
                      <a:r>
                        <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bytes</a:t>
                      </a:r>
                      <a:endPar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验证步骤中和nonce等和ca</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llData等数据一起发送到账户，验证交易确实来自某智能合约钱包</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pPr>
                      <a:r>
                        <a:rPr lang="en-US" altLang="zh-CN" sz="1400" b="1"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nonce</a:t>
                      </a:r>
                      <a:endParaRPr lang="en-US" altLang="zh-CN" sz="1400" b="1"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algn="l">
                        <a:lnSpc>
                          <a:spcPct val="150000"/>
                        </a:lnSpc>
                      </a:pPr>
                      <a:r>
                        <a:rPr lang="en-US" altLang="zh-CN" sz="1400" b="0" i="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uint256</a:t>
                      </a:r>
                      <a:endParaRPr lang="en-US" altLang="zh-CN" sz="1400" b="0" i="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b="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抗重放攻击的参数；也在账户首次创建时充当随机值</a:t>
                      </a:r>
                      <a:endParaRPr lang="en-US" altLang="zh-CN" sz="1400" b="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1800">
                <a:tc>
                  <a:txBody>
                    <a:bodyPr/>
                    <a:p>
                      <a:pPr algn="l">
                        <a:lnSpc>
                          <a:spcPct val="150000"/>
                        </a:lnSpc>
                      </a:pPr>
                      <a:r>
                        <a:rPr lang="en-US" altLang="zh-CN" sz="1400" b="1" i="0" dirty="0" smtClean="0">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initCode</a:t>
                      </a:r>
                      <a:endParaRPr lang="en-US" altLang="zh-CN" sz="1400" b="1" i="0" dirty="0" smtClean="0">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algn="l">
                        <a:lnSpc>
                          <a:spcPct val="150000"/>
                        </a:lnSpc>
                      </a:pPr>
                      <a:r>
                        <a:rPr lang="en-US" altLang="zh-CN" sz="1400" b="0" i="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bytes</a:t>
                      </a:r>
                      <a:endParaRPr lang="en-US" altLang="zh-CN" sz="1400" b="0" i="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用于钱包创建，包含钱包工厂(wallet</a:t>
                      </a:r>
                      <a:r>
                        <a:rPr lang="en-US" altLang="zh-CN" sz="6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 </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factory)合约地址</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pPr>
                      <a:r>
                        <a:rPr lang="en-US" altLang="zh-CN" sz="1400" b="1" dirty="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callGasLimit</a:t>
                      </a:r>
                      <a:endParaRPr lang="en-US" altLang="zh-CN" sz="1400" b="1" dirty="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l">
                        <a:lnSpc>
                          <a:spcPct val="150000"/>
                        </a:lnSpc>
                      </a:pPr>
                      <a:r>
                        <a:rPr lang="en-US" sz="1400" b="0" i="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uint256</a:t>
                      </a:r>
                      <a:endParaRPr lang="en-US" sz="1400" b="0" i="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分配给主执行的gas量</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800">
                <a:tc>
                  <a:txBody>
                    <a:bodyPr/>
                    <a:p>
                      <a:pPr algn="l">
                        <a:lnSpc>
                          <a:spcPct val="150000"/>
                        </a:lnSpc>
                        <a:buNone/>
                      </a:pPr>
                      <a:r>
                        <a:rPr lang="en-US" altLang="zh-CN" sz="1400" b="1" dirty="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verificationGasLimit</a:t>
                      </a:r>
                      <a:endParaRPr lang="en-US" altLang="zh-CN" sz="1400" b="1" dirty="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p>
                      <a:pPr algn="l">
                        <a:lnSpc>
                          <a:spcPct val="150000"/>
                        </a:lnSpc>
                        <a:buNone/>
                      </a:pPr>
                      <a:r>
                        <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uint256</a:t>
                      </a:r>
                      <a:endPar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分配给验证阶段的gas量</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431800">
                <a:tc>
                  <a:txBody>
                    <a:bodyPr/>
                    <a:p>
                      <a:pPr algn="l">
                        <a:lnSpc>
                          <a:spcPct val="150000"/>
                        </a:lnSpc>
                        <a:buNone/>
                      </a:pPr>
                      <a:r>
                        <a:rPr lang="en-US" altLang="zh-CN" sz="1400" b="1" dirty="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preVerificationGas</a:t>
                      </a:r>
                      <a:endParaRPr lang="en-US" altLang="zh-CN" sz="1400" b="1" dirty="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l">
                        <a:lnSpc>
                          <a:spcPct val="150000"/>
                        </a:lnSpc>
                        <a:buNone/>
                      </a:pPr>
                      <a:r>
                        <a:rPr lang="en-US" altLang="zh-CN" sz="1400" b="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uint256</a:t>
                      </a:r>
                      <a:endPar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分配给打包者做预验证和数据调用的gas量</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2435">
                <a:tc>
                  <a:txBody>
                    <a:bodyPr/>
                    <a:p>
                      <a:pPr algn="l">
                        <a:lnSpc>
                          <a:spcPct val="150000"/>
                        </a:lnSpc>
                        <a:buNone/>
                      </a:pPr>
                      <a:r>
                        <a:rPr lang="en-US" altLang="zh-CN" sz="1400" b="1" dirty="0" smtClean="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maxFeePerGas</a:t>
                      </a:r>
                      <a:endParaRPr lang="en-US" altLang="zh-CN" sz="1400" b="1" dirty="0" smtClean="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p>
                      <a:pPr algn="l">
                        <a:lnSpc>
                          <a:spcPct val="150000"/>
                        </a:lnSpc>
                        <a:buNone/>
                      </a:pPr>
                      <a:r>
                        <a:rPr lang="en-US" altLang="zh-CN" sz="1400" b="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uint256</a:t>
                      </a:r>
                      <a:endPar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每单位gas的最高费用(EIP1559)</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431800">
                <a:tc>
                  <a:txBody>
                    <a:bodyPr/>
                    <a:p>
                      <a:pPr algn="l">
                        <a:lnSpc>
                          <a:spcPct val="150000"/>
                        </a:lnSpc>
                        <a:buNone/>
                      </a:pPr>
                      <a:r>
                        <a:rPr lang="en-US" altLang="zh-CN" sz="1400" b="1" dirty="0" smtClean="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maxPriorityFeePerGas</a:t>
                      </a:r>
                      <a:endParaRPr lang="en-US" altLang="zh-CN" sz="1400" b="1" dirty="0" smtClean="0">
                        <a:solidFill>
                          <a:srgbClr val="92D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l">
                        <a:lnSpc>
                          <a:spcPct val="150000"/>
                        </a:lnSpc>
                        <a:buNone/>
                      </a:pPr>
                      <a:r>
                        <a:rPr lang="en-US" altLang="zh-CN" sz="1400" b="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uint256</a:t>
                      </a:r>
                      <a:endParaRPr lang="en-US" altLang="zh-CN" sz="1400" b="0" i="0" dirty="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每单位gas的最高优先费用(EIP1559)</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5" name="此处添加标题/Add title here"/>
          <p:cNvSpPr txBox="1"/>
          <p:nvPr/>
        </p:nvSpPr>
        <p:spPr>
          <a:xfrm>
            <a:off x="930063" y="199024"/>
            <a:ext cx="665353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用户操作</a:t>
            </a:r>
            <a:r>
              <a:rPr lang="en-US" altLang="zh-CN" dirty="0">
                <a:latin typeface="Arial" panose="020B0604020202090204" pitchFamily="34" charset="0"/>
                <a:ea typeface="方正兰亭黑简体" panose="02000000000000000000" pitchFamily="2" charset="-122"/>
                <a:sym typeface="Arial" panose="020B0604020202090204" pitchFamily="34" charset="0"/>
              </a:rPr>
              <a:t> UserOperation</a:t>
            </a:r>
            <a:endParaRPr lang="en-US" altLang="zh-CN" dirty="0">
              <a:latin typeface="Arial" panose="020B0604020202090204" pitchFamily="34" charset="0"/>
              <a:ea typeface="方正兰亭黑简体" panose="02000000000000000000" pitchFamily="2" charset="-122"/>
              <a:sym typeface="Arial" panose="020B0604020202090204" pitchFamily="34" charset="0"/>
            </a:endParaRPr>
          </a:p>
        </p:txBody>
      </p:sp>
      <p:graphicFrame>
        <p:nvGraphicFramePr>
          <p:cNvPr id="10" name="表格 1"/>
          <p:cNvGraphicFramePr>
            <a:graphicFrameLocks noGrp="1"/>
          </p:cNvGraphicFramePr>
          <p:nvPr/>
        </p:nvGraphicFramePr>
        <p:xfrm>
          <a:off x="4260482" y="816089"/>
          <a:ext cx="7494270" cy="5575935"/>
        </p:xfrm>
        <a:graphic>
          <a:graphicData uri="http://schemas.openxmlformats.org/drawingml/2006/table">
            <a:tbl>
              <a:tblPr firstRow="1" bandRow="1">
                <a:tableStyleId>{5940675A-B579-460E-94D1-54222C63F5DA}</a:tableStyleId>
              </a:tblPr>
              <a:tblGrid>
                <a:gridCol w="2484120"/>
                <a:gridCol w="5010150"/>
              </a:tblGrid>
              <a:tr h="525780">
                <a:tc>
                  <a:txBody>
                    <a:bodyPr/>
                    <a:p>
                      <a:pPr algn="l">
                        <a:lnSpc>
                          <a:spcPct val="150000"/>
                        </a:lnSpc>
                      </a:pPr>
                      <a:r>
                        <a:rPr lang="en-US" altLang="zh-CN" sz="1800" b="1" i="0" u="none" strike="noStrike" cap="none" spc="0" baseline="0" dirty="0" smtClean="0">
                          <a:solidFill>
                            <a:schemeClr val="bg1"/>
                          </a:solidFill>
                          <a:uFillTx/>
                          <a:latin typeface="微软雅黑" charset="0"/>
                          <a:ea typeface="微软雅黑" charset="0"/>
                          <a:cs typeface="+mn-cs"/>
                          <a:sym typeface="Arial" panose="020B0604020202090204" pitchFamily="34" charset="0"/>
                        </a:rPr>
                        <a:t>UserOp</a:t>
                      </a:r>
                      <a:r>
                        <a:rPr lang="zh-CN" altLang="en-US" sz="1800" b="1" i="0" u="none" strike="noStrike" cap="none" spc="0" baseline="0" dirty="0" smtClean="0">
                          <a:solidFill>
                            <a:schemeClr val="bg1"/>
                          </a:solidFill>
                          <a:uFillTx/>
                          <a:latin typeface="微软雅黑" charset="0"/>
                          <a:ea typeface="微软雅黑" charset="0"/>
                          <a:cs typeface="+mn-cs"/>
                          <a:sym typeface="Arial" panose="020B0604020202090204" pitchFamily="34" charset="0"/>
                        </a:rPr>
                        <a:t>字段</a:t>
                      </a:r>
                      <a:endParaRPr lang="zh-CN" altLang="en-US" sz="1800" b="1" i="0" u="none" strike="noStrike" cap="none" spc="0" baseline="0" dirty="0" smtClean="0">
                        <a:solidFill>
                          <a:schemeClr val="bg1"/>
                        </a:solidFill>
                        <a:uFillTx/>
                        <a:latin typeface="微软雅黑" charset="0"/>
                        <a:ea typeface="微软雅黑" charset="0"/>
                        <a:cs typeface="+mn-cs"/>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69BFF"/>
                    </a:solidFill>
                  </a:tcPr>
                </a:tc>
                <a:tc>
                  <a:txBody>
                    <a:bodyPr/>
                    <a:p>
                      <a:pPr algn="l">
                        <a:lnSpc>
                          <a:spcPct val="150000"/>
                        </a:lnSpc>
                      </a:pPr>
                      <a:r>
                        <a:rPr lang="zh-CN" altLang="en-US" sz="1800" b="1" dirty="0" smtClean="0">
                          <a:solidFill>
                            <a:schemeClr val="bg1"/>
                          </a:solidFill>
                          <a:latin typeface="微软雅黑" charset="0"/>
                          <a:ea typeface="微软雅黑" charset="0"/>
                          <a:sym typeface="Arial" panose="020B0604020202090204" pitchFamily="34" charset="0"/>
                        </a:rPr>
                        <a:t>描述</a:t>
                      </a:r>
                      <a:endParaRPr lang="zh-CN" altLang="en-US" sz="1800" b="1" dirty="0" smtClean="0">
                        <a:solidFill>
                          <a:schemeClr val="bg1"/>
                        </a:solidFill>
                        <a:latin typeface="微软雅黑" charset="0"/>
                        <a:ea typeface="微软雅黑"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69BFF"/>
                    </a:solidFill>
                  </a:tcPr>
                </a:tc>
              </a:tr>
              <a:tr h="431800">
                <a:tc>
                  <a:txBody>
                    <a:bodyPr/>
                    <a:p>
                      <a:pPr algn="l">
                        <a:lnSpc>
                          <a:spcPct val="150000"/>
                        </a:lnSpc>
                      </a:pPr>
                      <a:r>
                        <a:rPr lang="en-US" altLang="zh-CN" sz="1400" b="0" i="0" dirty="0" smtClean="0">
                          <a:solidFill>
                            <a:schemeClr val="accent6">
                              <a:lumMod val="75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sender</a:t>
                      </a:r>
                      <a:endParaRPr lang="en-US" altLang="zh-CN" sz="1400" b="0" i="0" dirty="0" smtClean="0">
                        <a:solidFill>
                          <a:schemeClr val="accent6">
                            <a:lumMod val="75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p>
                      <a:pPr algn="l">
                        <a:lnSpc>
                          <a:spcPct val="150000"/>
                        </a:lnSpc>
                      </a:pPr>
                      <a:r>
                        <a:rPr lang="zh-CN" altLang="en-US"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用户</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的智能合约钱包地址</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r>
              <a:tr h="432000">
                <a:tc>
                  <a:txBody>
                    <a:bodyPr/>
                    <a:p>
                      <a:pPr algn="l">
                        <a:lnSpc>
                          <a:spcPct val="150000"/>
                        </a:lnSpc>
                      </a:pPr>
                      <a:r>
                        <a:rPr lang="en-US" altLang="zh-CN" sz="1400" b="0" dirty="0">
                          <a:solidFill>
                            <a:srgbClr val="00B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callData</a:t>
                      </a:r>
                      <a:endParaRPr lang="en-US" altLang="zh-CN" sz="1400" b="0" dirty="0">
                        <a:solidFill>
                          <a:srgbClr val="00B05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在合约执行时发送给sender的数据</a:t>
                      </a:r>
                      <a:r>
                        <a:rPr lang="zh-CN" altLang="en-US"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to</a:t>
                      </a:r>
                      <a:r>
                        <a:rPr lang="zh-CN" altLang="en-US"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地址，交易</a:t>
                      </a:r>
                      <a:r>
                        <a:rPr lang="zh-CN" altLang="en-US"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资产数量）</a:t>
                      </a:r>
                      <a:endParaRPr lang="zh-CN" altLang="en-US"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buNone/>
                      </a:pPr>
                      <a:r>
                        <a:rPr lang="en-US" altLang="zh-CN" sz="1400" b="0" dirty="0">
                          <a:solidFill>
                            <a:schemeClr val="bg1">
                              <a:lumMod val="50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paymasterAndData</a:t>
                      </a:r>
                      <a:endParaRPr lang="en-US" altLang="zh-CN" sz="1400" b="0" dirty="0">
                        <a:solidFill>
                          <a:schemeClr val="bg1">
                            <a:lumMod val="50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赞助交易的付款方地址（如果不需要代付，则该数据为空）</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1800">
                <a:tc>
                  <a:txBody>
                    <a:bodyPr/>
                    <a:p>
                      <a:pPr algn="l">
                        <a:lnSpc>
                          <a:spcPct val="150000"/>
                        </a:lnSpc>
                        <a:buNone/>
                      </a:pPr>
                      <a:r>
                        <a:rPr lang="en-US" altLang="zh-CN" sz="1400" b="0" dirty="0" smtClean="0">
                          <a:solidFill>
                            <a:srgbClr val="8F5DFA"/>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signature</a:t>
                      </a:r>
                      <a:endParaRPr lang="en-US" altLang="zh-CN" sz="1400" b="0" dirty="0" smtClean="0">
                        <a:solidFill>
                          <a:srgbClr val="8F5DFA"/>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验证步骤中和nonce等和ca</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llData等数据一起发送到账户，验证交易确实来自某智能合约钱包</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pPr>
                      <a:r>
                        <a:rPr lang="en-US" altLang="zh-CN" sz="1400" b="0" dirty="0">
                          <a:solidFill>
                            <a:srgbClr val="8F5DFA"/>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nonce</a:t>
                      </a:r>
                      <a:endParaRPr lang="en-US" altLang="zh-CN" sz="1400" b="0" dirty="0">
                        <a:solidFill>
                          <a:srgbClr val="8F5DFA"/>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b="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抗重放攻击的参数；也在账户首次创建时充当随机值</a:t>
                      </a:r>
                      <a:endParaRPr lang="en-US" altLang="zh-CN" sz="1400" b="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1800">
                <a:tc>
                  <a:txBody>
                    <a:bodyPr/>
                    <a:p>
                      <a:pPr algn="l">
                        <a:lnSpc>
                          <a:spcPct val="150000"/>
                        </a:lnSpc>
                      </a:pPr>
                      <a:r>
                        <a:rPr lang="en-US" altLang="zh-CN" sz="1400" b="0" i="0" dirty="0" smtClean="0">
                          <a:solidFill>
                            <a:schemeClr val="bg1">
                              <a:lumMod val="50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initCode</a:t>
                      </a:r>
                      <a:endParaRPr lang="en-US" altLang="zh-CN" sz="1400" b="0" i="0" dirty="0" smtClean="0">
                        <a:solidFill>
                          <a:schemeClr val="bg1">
                            <a:lumMod val="50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用于钱包创建，包含钱包工厂(wallet</a:t>
                      </a:r>
                      <a:r>
                        <a:rPr lang="en-US" altLang="zh-CN" sz="6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 </a:t>
                      </a: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factory)合约地址</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pPr>
                      <a:r>
                        <a:rPr lang="en-US" altLang="zh-CN" sz="1400" b="0" dirty="0">
                          <a:solidFill>
                            <a:srgbClr val="FFBC0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callGasLimit</a:t>
                      </a:r>
                      <a:endParaRPr lang="en-US" altLang="zh-CN" sz="1400" b="0" dirty="0">
                        <a:solidFill>
                          <a:srgbClr val="FFBC0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分配给主执行的gas量</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800">
                <a:tc>
                  <a:txBody>
                    <a:bodyPr/>
                    <a:p>
                      <a:pPr algn="l">
                        <a:lnSpc>
                          <a:spcPct val="150000"/>
                        </a:lnSpc>
                        <a:buNone/>
                      </a:pPr>
                      <a:r>
                        <a:rPr lang="en-US" altLang="zh-CN" sz="1400" b="0" dirty="0">
                          <a:solidFill>
                            <a:srgbClr val="FFBC0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verificationGasLimit</a:t>
                      </a:r>
                      <a:endParaRPr lang="en-US" altLang="zh-CN" sz="1400" b="0" dirty="0">
                        <a:solidFill>
                          <a:srgbClr val="FFBC00"/>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分配给验证阶段的gas量</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431800">
                <a:tc>
                  <a:txBody>
                    <a:bodyPr/>
                    <a:p>
                      <a:pPr algn="l">
                        <a:lnSpc>
                          <a:spcPct val="150000"/>
                        </a:lnSpc>
                        <a:buNone/>
                      </a:pPr>
                      <a:r>
                        <a:rPr lang="en-US" altLang="zh-CN" sz="1400" b="0" dirty="0">
                          <a:solidFill>
                            <a:schemeClr val="bg1">
                              <a:lumMod val="50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preVerificationGas</a:t>
                      </a:r>
                      <a:endParaRPr lang="en-US" altLang="zh-CN" sz="1400" b="0" dirty="0">
                        <a:solidFill>
                          <a:schemeClr val="bg1">
                            <a:lumMod val="50000"/>
                          </a:schemeClr>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分配给打包者做预验证和数据调用的gas量</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2435">
                <a:tc>
                  <a:txBody>
                    <a:bodyPr/>
                    <a:p>
                      <a:pPr algn="l">
                        <a:lnSpc>
                          <a:spcPct val="150000"/>
                        </a:lnSpc>
                        <a:buNone/>
                      </a:pPr>
                      <a:r>
                        <a:rPr lang="en-US" altLang="zh-CN" sz="1400" b="0" dirty="0" smtClean="0">
                          <a:solidFill>
                            <a:srgbClr val="FF7077"/>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maxFeePerGas</a:t>
                      </a:r>
                      <a:endParaRPr lang="en-US" altLang="zh-CN" sz="1400" b="0" dirty="0" smtClean="0">
                        <a:solidFill>
                          <a:srgbClr val="FF7077"/>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每单位gas的最高费用(EIP1559)</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431800">
                <a:tc>
                  <a:txBody>
                    <a:bodyPr/>
                    <a:p>
                      <a:pPr algn="l">
                        <a:lnSpc>
                          <a:spcPct val="150000"/>
                        </a:lnSpc>
                        <a:buNone/>
                      </a:pPr>
                      <a:r>
                        <a:rPr lang="en-US" altLang="zh-CN" sz="1400" b="0" dirty="0" smtClean="0">
                          <a:solidFill>
                            <a:srgbClr val="FF7077"/>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maxPriorityFeePerGas</a:t>
                      </a:r>
                      <a:endParaRPr lang="en-US" altLang="zh-CN" sz="1400" b="0" dirty="0" smtClean="0">
                        <a:solidFill>
                          <a:srgbClr val="FF7077"/>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marL="0" marR="0" indent="0" algn="l" defTabSz="914400" rtl="0" eaLnBrk="1" fontAlgn="auto" latinLnBrk="0" hangingPunct="1">
                        <a:lnSpc>
                          <a:spcPct val="150000"/>
                        </a:lnSpc>
                        <a:spcBef>
                          <a:spcPts val="0"/>
                        </a:spcBef>
                        <a:spcAft>
                          <a:spcPts val="0"/>
                        </a:spcAft>
                        <a:buClrTx/>
                        <a:buSzTx/>
                        <a:buFontTx/>
                        <a:buNone/>
                        <a:defRPr/>
                      </a:pPr>
                      <a:r>
                        <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rPr>
                        <a:t>每单位gas的最高优先费用(EIP1559)</a:t>
                      </a:r>
                      <a:endParaRPr lang="en-US" altLang="zh-CN" sz="1400" dirty="0" smtClean="0">
                        <a:solidFill>
                          <a:schemeClr val="tx1"/>
                        </a:solidFill>
                        <a:latin typeface="Apple Braille Outline 6 Dot" panose="05000000000000000000" charset="0"/>
                        <a:ea typeface="方正兰亭黑简体" panose="02000000000000000000" pitchFamily="2" charset="-122"/>
                        <a:cs typeface="Apple Braille Outline 6 Dot" panose="05000000000000000000"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2" name="表格 1"/>
          <p:cNvGraphicFramePr>
            <a:graphicFrameLocks noGrp="1"/>
          </p:cNvGraphicFramePr>
          <p:nvPr/>
        </p:nvGraphicFramePr>
        <p:xfrm>
          <a:off x="930542" y="816089"/>
          <a:ext cx="2606675" cy="5571690"/>
        </p:xfrm>
        <a:graphic>
          <a:graphicData uri="http://schemas.openxmlformats.org/drawingml/2006/table">
            <a:tbl>
              <a:tblPr firstRow="1" bandRow="1">
                <a:tableStyleId>{5940675A-B579-460E-94D1-54222C63F5DA}</a:tableStyleId>
              </a:tblPr>
              <a:tblGrid>
                <a:gridCol w="2606675"/>
              </a:tblGrid>
              <a:tr h="539750">
                <a:tc>
                  <a:txBody>
                    <a:bodyPr/>
                    <a:p>
                      <a:pPr algn="l">
                        <a:lnSpc>
                          <a:spcPct val="150000"/>
                        </a:lnSpc>
                      </a:pPr>
                      <a:r>
                        <a:rPr lang="zh-CN" altLang="en-US" sz="1800" b="1" dirty="0">
                          <a:solidFill>
                            <a:schemeClr val="bg1"/>
                          </a:solidFill>
                          <a:latin typeface="微软雅黑" charset="0"/>
                          <a:ea typeface="微软雅黑" charset="0"/>
                          <a:sym typeface="Arial" panose="020B0604020202090204" pitchFamily="34" charset="0"/>
                        </a:rPr>
                        <a:t>传统</a:t>
                      </a:r>
                      <a:r>
                        <a:rPr lang="zh-CN" altLang="en-US" sz="1800" b="1" dirty="0">
                          <a:solidFill>
                            <a:schemeClr val="bg1"/>
                          </a:solidFill>
                          <a:latin typeface="微软雅黑" charset="0"/>
                          <a:ea typeface="微软雅黑" charset="0"/>
                          <a:sym typeface="Arial" panose="020B0604020202090204" pitchFamily="34" charset="0"/>
                        </a:rPr>
                        <a:t>字段</a:t>
                      </a:r>
                      <a:endParaRPr lang="zh-CN" altLang="en-US" sz="1800" b="1" dirty="0">
                        <a:solidFill>
                          <a:schemeClr val="bg1"/>
                        </a:solidFill>
                        <a:latin typeface="微软雅黑" charset="0"/>
                        <a:ea typeface="微软雅黑" charset="0"/>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69BFF"/>
                    </a:solidFill>
                  </a:tcPr>
                </a:tc>
              </a:tr>
              <a:tr h="431800">
                <a:tc>
                  <a:txBody>
                    <a:bodyPr/>
                    <a:p>
                      <a:pPr algn="l">
                        <a:lnSpc>
                          <a:spcPct val="150000"/>
                        </a:lnSpc>
                      </a:pPr>
                      <a:r>
                        <a:rPr lang="en-US" altLang="zh-CN" sz="1400" b="0" dirty="0" smtClean="0">
                          <a:solidFill>
                            <a:schemeClr val="accent6">
                              <a:lumMod val="75000"/>
                            </a:schemeClr>
                          </a:solidFill>
                          <a:ea typeface="方正兰亭黑简体" panose="02000000000000000000" pitchFamily="2" charset="-122"/>
                          <a:cs typeface="+mn-lt"/>
                          <a:sym typeface="Arial" panose="020B0604020202090204" pitchFamily="34" charset="0"/>
                        </a:rPr>
                        <a:t>from</a:t>
                      </a:r>
                      <a:endParaRPr lang="en-US" altLang="zh-CN" sz="1400" b="0" dirty="0" smtClean="0">
                        <a:solidFill>
                          <a:schemeClr val="accent6">
                            <a:lumMod val="75000"/>
                          </a:schemeClr>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r>
              <a:tr h="432000">
                <a:tc>
                  <a:txBody>
                    <a:bodyPr/>
                    <a:p>
                      <a:pPr algn="l" eaLnBrk="0" fontAlgn="auto" hangingPunct="1">
                        <a:lnSpc>
                          <a:spcPct val="150000"/>
                        </a:lnSpc>
                      </a:pPr>
                      <a:r>
                        <a:rPr lang="en-US" altLang="zh-CN" sz="1400" b="0" dirty="0">
                          <a:solidFill>
                            <a:srgbClr val="00B050"/>
                          </a:solidFill>
                          <a:ea typeface="方正兰亭黑简体" panose="02000000000000000000" pitchFamily="2" charset="-122"/>
                          <a:cs typeface="+mn-lt"/>
                          <a:sym typeface="Arial" panose="020B0604020202090204" pitchFamily="34" charset="0"/>
                        </a:rPr>
                        <a:t>inputData, recipient, value</a:t>
                      </a:r>
                      <a:endParaRPr lang="en-US" altLang="zh-CN" sz="1400" b="0" dirty="0">
                        <a:solidFill>
                          <a:srgbClr val="00B050"/>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buNone/>
                      </a:pPr>
                      <a:r>
                        <a:rPr lang="en-US" altLang="zh-CN" sz="1400" b="0" i="0" dirty="0">
                          <a:solidFill>
                            <a:srgbClr val="000000"/>
                          </a:solidFill>
                          <a:ea typeface="方正兰亭黑简体" panose="02000000000000000000" pitchFamily="2" charset="-122"/>
                          <a:cs typeface="+mn-lt"/>
                          <a:sym typeface="Arial" panose="020B0604020202090204" pitchFamily="34" charset="0"/>
                        </a:rPr>
                        <a:t>\</a:t>
                      </a:r>
                      <a:endParaRPr lang="en-US" altLang="zh-CN" sz="1400" b="0" i="0" dirty="0">
                        <a:solidFill>
                          <a:srgbClr val="000000"/>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713105">
                <a:tc>
                  <a:txBody>
                    <a:bodyPr/>
                    <a:p>
                      <a:pPr algn="l">
                        <a:lnSpc>
                          <a:spcPct val="150000"/>
                        </a:lnSpc>
                        <a:buNone/>
                      </a:pPr>
                      <a:r>
                        <a:rPr lang="en-US" altLang="zh-CN" sz="1400" b="0" i="0" dirty="0">
                          <a:solidFill>
                            <a:srgbClr val="8F5DFA"/>
                          </a:solidFill>
                          <a:ea typeface="方正兰亭黑简体" panose="02000000000000000000" pitchFamily="2" charset="-122"/>
                          <a:cs typeface="+mn-lt"/>
                          <a:sym typeface="Arial" panose="020B0604020202090204" pitchFamily="34" charset="0"/>
                        </a:rPr>
                        <a:t>signature</a:t>
                      </a:r>
                      <a:endParaRPr lang="en-US" altLang="zh-CN" sz="1400" b="0" i="0" dirty="0">
                        <a:solidFill>
                          <a:srgbClr val="8F5DFA"/>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31800">
                <a:tc>
                  <a:txBody>
                    <a:bodyPr/>
                    <a:p>
                      <a:pPr algn="l">
                        <a:lnSpc>
                          <a:spcPct val="150000"/>
                        </a:lnSpc>
                      </a:pPr>
                      <a:r>
                        <a:rPr lang="en-US" altLang="zh-CN" sz="1400" b="0" i="0" dirty="0" smtClean="0">
                          <a:solidFill>
                            <a:srgbClr val="8F5DFA"/>
                          </a:solidFill>
                          <a:ea typeface="方正兰亭黑简体" panose="02000000000000000000" pitchFamily="2" charset="-122"/>
                          <a:cs typeface="+mn-lt"/>
                          <a:sym typeface="Arial" panose="020B0604020202090204" pitchFamily="34" charset="0"/>
                        </a:rPr>
                        <a:t>nonce</a:t>
                      </a:r>
                      <a:endParaRPr lang="en-US" altLang="zh-CN" sz="1400" b="0" i="0" dirty="0" smtClean="0">
                        <a:solidFill>
                          <a:srgbClr val="8F5DFA"/>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31800">
                <a:tc>
                  <a:txBody>
                    <a:bodyPr/>
                    <a:p>
                      <a:pPr algn="l">
                        <a:lnSpc>
                          <a:spcPct val="150000"/>
                        </a:lnSpc>
                      </a:pPr>
                      <a:r>
                        <a:rPr lang="en-US" altLang="zh-CN" sz="1400" b="0" i="0" dirty="0" smtClean="0">
                          <a:solidFill>
                            <a:srgbClr val="000000"/>
                          </a:solidFill>
                          <a:ea typeface="方正兰亭黑简体" panose="02000000000000000000" pitchFamily="2" charset="-122"/>
                          <a:cs typeface="+mn-lt"/>
                          <a:sym typeface="Arial" panose="020B0604020202090204" pitchFamily="34" charset="0"/>
                        </a:rPr>
                        <a:t>\</a:t>
                      </a:r>
                      <a:endParaRPr lang="en-US" altLang="zh-CN" sz="1400" b="0" i="0" dirty="0" smtClean="0">
                        <a:solidFill>
                          <a:srgbClr val="000000"/>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863600">
                <a:tc>
                  <a:txBody>
                    <a:bodyPr/>
                    <a:p>
                      <a:pPr algn="l">
                        <a:lnSpc>
                          <a:spcPct val="150000"/>
                        </a:lnSpc>
                      </a:pPr>
                      <a:r>
                        <a:rPr lang="en-US" sz="1400" b="0" i="0" dirty="0" smtClean="0">
                          <a:solidFill>
                            <a:srgbClr val="FFBC00"/>
                          </a:solidFill>
                          <a:ea typeface="方正兰亭黑简体" panose="02000000000000000000" pitchFamily="2" charset="-122"/>
                          <a:cs typeface="+mn-lt"/>
                          <a:sym typeface="Arial" panose="020B0604020202090204" pitchFamily="34" charset="0"/>
                        </a:rPr>
                        <a:t>gasLimit</a:t>
                      </a:r>
                      <a:endParaRPr lang="en-US" sz="1400" b="0" i="0" dirty="0" smtClean="0">
                        <a:solidFill>
                          <a:srgbClr val="FFBC00"/>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1800">
                <a:tc>
                  <a:txBody>
                    <a:bodyPr/>
                    <a:p>
                      <a:pPr algn="l">
                        <a:lnSpc>
                          <a:spcPct val="150000"/>
                        </a:lnSpc>
                        <a:buNone/>
                      </a:pPr>
                      <a:r>
                        <a:rPr lang="en-US" altLang="zh-CN" sz="1400" b="0" dirty="0">
                          <a:solidFill>
                            <a:srgbClr val="000000"/>
                          </a:solidFill>
                          <a:ea typeface="方正兰亭黑简体" panose="02000000000000000000" pitchFamily="2" charset="-122"/>
                          <a:cs typeface="+mn-lt"/>
                          <a:sym typeface="Arial" panose="020B0604020202090204" pitchFamily="34" charset="0"/>
                        </a:rPr>
                        <a:t>\</a:t>
                      </a:r>
                      <a:endParaRPr lang="en-US" altLang="zh-CN" sz="1400" b="0" i="0" dirty="0">
                        <a:solidFill>
                          <a:srgbClr val="000000"/>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2435">
                <a:tc>
                  <a:txBody>
                    <a:bodyPr/>
                    <a:p>
                      <a:pPr algn="l">
                        <a:lnSpc>
                          <a:spcPct val="150000"/>
                        </a:lnSpc>
                        <a:buNone/>
                      </a:pPr>
                      <a:r>
                        <a:rPr lang="en-US" altLang="zh-CN" sz="1400" b="0" i="0" dirty="0">
                          <a:solidFill>
                            <a:srgbClr val="FF7077"/>
                          </a:solidFill>
                          <a:ea typeface="方正兰亭黑简体" panose="02000000000000000000" pitchFamily="2" charset="-122"/>
                          <a:cs typeface="+mn-lt"/>
                          <a:sym typeface="Arial" panose="020B0604020202090204" pitchFamily="34" charset="0"/>
                        </a:rPr>
                        <a:t>maxFeePerGas</a:t>
                      </a:r>
                      <a:endParaRPr lang="en-US" altLang="zh-CN" sz="1400" b="0" i="0" dirty="0">
                        <a:solidFill>
                          <a:srgbClr val="FF7077"/>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431800">
                <a:tc>
                  <a:txBody>
                    <a:bodyPr/>
                    <a:p>
                      <a:pPr algn="l">
                        <a:lnSpc>
                          <a:spcPct val="150000"/>
                        </a:lnSpc>
                        <a:buNone/>
                      </a:pPr>
                      <a:r>
                        <a:rPr lang="en-US" altLang="zh-CN" sz="1400" b="0" i="0" dirty="0">
                          <a:solidFill>
                            <a:srgbClr val="FF7077"/>
                          </a:solidFill>
                          <a:ea typeface="方正兰亭黑简体" panose="02000000000000000000" pitchFamily="2" charset="-122"/>
                          <a:cs typeface="+mn-lt"/>
                          <a:sym typeface="Arial" panose="020B0604020202090204" pitchFamily="34" charset="0"/>
                        </a:rPr>
                        <a:t>maxPriorityFeeGas</a:t>
                      </a:r>
                      <a:endParaRPr lang="en-US" altLang="zh-CN" sz="1400" b="0" i="0" dirty="0">
                        <a:solidFill>
                          <a:srgbClr val="FF7077"/>
                        </a:solidFill>
                        <a:ea typeface="方正兰亭黑简体" panose="02000000000000000000" pitchFamily="2" charset="-122"/>
                        <a:cs typeface="+mn-lt"/>
                        <a:sym typeface="Arial" panose="020B0604020202090204" pitchFamily="34" charset="0"/>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605" y="993775"/>
            <a:ext cx="5059680" cy="5379085"/>
          </a:xfrm>
          <a:prstGeom prst="rect">
            <a:avLst/>
          </a:prstGeom>
          <a:solidFill>
            <a:schemeClr val="bg1"/>
          </a:solidFill>
          <a:ln w="12700" cap="flat">
            <a:noFill/>
            <a:prstDash val="solid"/>
            <a:round/>
          </a:ln>
          <a:effectLst>
            <a:outerShdw blurRad="127000" sx="102000" sy="102000" algn="ctr" rotWithShape="0">
              <a:prstClr val="black">
                <a:alpha val="10000"/>
              </a:prstClr>
            </a:outerShdw>
          </a:effectLst>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u="none" strike="noStrike" cap="none" spc="0" normalizeH="0" baseline="0">
              <a:ln>
                <a:noFill/>
              </a:ln>
              <a:solidFill>
                <a:srgbClr val="4B4B4B"/>
              </a:solidFill>
              <a:effectLst/>
              <a:uFillTx/>
              <a:latin typeface="Arial" panose="020B0604020202090204" pitchFamily="34" charset="0"/>
              <a:ea typeface="方正兰亭黑简体" panose="02000000000000000000" pitchFamily="2" charset="-122"/>
              <a:sym typeface="Arial" panose="020B0604020202090204" pitchFamily="34" charset="0"/>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3" name="文本框 2"/>
          <p:cNvSpPr txBox="1"/>
          <p:nvPr/>
        </p:nvSpPr>
        <p:spPr>
          <a:xfrm>
            <a:off x="117475" y="1325880"/>
            <a:ext cx="4785360" cy="4599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342900" marR="0" indent="-342900" algn="l" defTabSz="457200" rtl="0" eaLnBrk="1">
              <a:lnSpc>
                <a:spcPct val="150000"/>
              </a:lnSpc>
              <a:spcBef>
                <a:spcPts val="900"/>
              </a:spcBef>
              <a:spcAft>
                <a:spcPts val="0"/>
              </a:spcAft>
              <a:buClrTx/>
              <a:buSzTx/>
              <a:buFont typeface="+mj-lt"/>
              <a:buAutoNum type="arabicPeriod"/>
            </a:pP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用户（</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User</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）创建用户操作，并为</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用户操作签名；</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342900" marR="0" indent="-342900" algn="l" defTabSz="457200" rtl="0" eaLnBrk="1">
              <a:lnSpc>
                <a:spcPct val="150000"/>
              </a:lnSpc>
              <a:spcBef>
                <a:spcPts val="900"/>
              </a:spcBef>
              <a:spcAft>
                <a:spcPts val="0"/>
              </a:spcAft>
              <a:buClrTx/>
              <a:buSzTx/>
              <a:buFont typeface="+mj-lt"/>
              <a:buAutoNum type="arabicPeriod"/>
            </a:pP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发送用户操作到内存池；</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342900" marR="0" indent="-342900" algn="l" defTabSz="457200" rtl="0" eaLnBrk="1">
              <a:lnSpc>
                <a:spcPct val="150000"/>
              </a:lnSpc>
              <a:spcBef>
                <a:spcPts val="900"/>
              </a:spcBef>
              <a:spcAft>
                <a:spcPts val="0"/>
              </a:spcAft>
              <a:buClrTx/>
              <a:buSzTx/>
              <a:buFont typeface="+mj-lt"/>
              <a:buAutoNum type="arabicPeriod"/>
            </a:pP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打包者（</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Bundler</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）监听用户操作内存池，挑选一批</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UserOperation</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，验证并</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打包；</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342900" marR="0" indent="-342900" algn="l" defTabSz="457200" rtl="0" eaLnBrk="1">
              <a:lnSpc>
                <a:spcPct val="150000"/>
              </a:lnSpc>
              <a:spcBef>
                <a:spcPts val="900"/>
              </a:spcBef>
              <a:spcAft>
                <a:spcPts val="0"/>
              </a:spcAft>
              <a:buClrTx/>
              <a:buSzTx/>
              <a:buFont typeface="+mj-lt"/>
              <a:buAutoNum type="arabicPeriod"/>
            </a:pP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检查钱包（智能合约钱包）</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是否存在；</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342900" marR="0" indent="-342900" algn="l" defTabSz="457200" rtl="0" eaLnBrk="1">
              <a:lnSpc>
                <a:spcPct val="150000"/>
              </a:lnSpc>
              <a:spcBef>
                <a:spcPts val="900"/>
              </a:spcBef>
              <a:spcAft>
                <a:spcPts val="0"/>
              </a:spcAft>
              <a:buClrTx/>
              <a:buSzTx/>
              <a:buFont typeface="+mj-lt"/>
              <a:buAutoNum type="arabicPeriod"/>
            </a:pP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如果钱包账户不存在（即，</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UserOperation.sender</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为空），调用工厂合约（</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factory contract</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）利用数据</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UserOperation.initCode</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创建钱包；</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342900" marR="0" indent="-342900" algn="l" defTabSz="457200" rtl="0" eaLnBrk="1">
              <a:lnSpc>
                <a:spcPct val="150000"/>
              </a:lnSpc>
              <a:spcBef>
                <a:spcPts val="900"/>
              </a:spcBef>
              <a:spcAft>
                <a:spcPts val="0"/>
              </a:spcAft>
              <a:buClrTx/>
              <a:buSzTx/>
              <a:buFont typeface="+mj-lt"/>
              <a:buAutoNum type="arabicPeriod"/>
            </a:pP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返回新创建的智能合约钱包的</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地址；</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p:txBody>
      </p:sp>
      <p:sp>
        <p:nvSpPr>
          <p:cNvPr id="8" name="此处添加标题/Add title here"/>
          <p:cNvSpPr txBox="1"/>
          <p:nvPr/>
        </p:nvSpPr>
        <p:spPr>
          <a:xfrm>
            <a:off x="930063" y="199024"/>
            <a:ext cx="6882765"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UserOperation</a:t>
            </a:r>
            <a:r>
              <a:rPr lang="zh-CN" altLang="en-US" dirty="0">
                <a:latin typeface="Arial" panose="020B0604020202090204" pitchFamily="34" charset="0"/>
                <a:ea typeface="方正兰亭黑简体" panose="02000000000000000000" pitchFamily="2" charset="-122"/>
                <a:sym typeface="Arial" panose="020B0604020202090204" pitchFamily="34" charset="0"/>
              </a:rPr>
              <a:t>的</a:t>
            </a:r>
            <a:r>
              <a:rPr lang="zh-CN" altLang="en-US" dirty="0">
                <a:latin typeface="Arial" panose="020B0604020202090204" pitchFamily="34" charset="0"/>
                <a:ea typeface="方正兰亭黑简体" panose="02000000000000000000" pitchFamily="2" charset="-122"/>
                <a:sym typeface="Arial" panose="020B0604020202090204" pitchFamily="34" charset="0"/>
              </a:rPr>
              <a:t>生命周期</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pic>
        <p:nvPicPr>
          <p:cNvPr id="5" name="图片 4"/>
          <p:cNvPicPr>
            <a:picLocks noChangeAspect="1"/>
          </p:cNvPicPr>
          <p:nvPr/>
        </p:nvPicPr>
        <p:blipFill>
          <a:blip r:embed="rId2"/>
          <a:stretch>
            <a:fillRect/>
          </a:stretch>
        </p:blipFill>
        <p:spPr>
          <a:xfrm>
            <a:off x="5179060" y="1419860"/>
            <a:ext cx="6742430" cy="4222750"/>
          </a:xfrm>
          <a:prstGeom prst="rect">
            <a:avLst/>
          </a:prstGeom>
          <a:ln>
            <a:solidFill>
              <a:schemeClr val="bg1">
                <a:lumMod val="50000"/>
              </a:schemeClr>
            </a:solidFill>
          </a:ln>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635" y="993775"/>
            <a:ext cx="5059680" cy="5379085"/>
          </a:xfrm>
          <a:prstGeom prst="rect">
            <a:avLst/>
          </a:prstGeom>
          <a:solidFill>
            <a:schemeClr val="bg1"/>
          </a:solidFill>
          <a:ln w="12700" cap="flat">
            <a:noFill/>
            <a:prstDash val="solid"/>
            <a:round/>
          </a:ln>
          <a:effectLst>
            <a:outerShdw blurRad="127000" sx="102000" sy="102000" algn="ctr" rotWithShape="0">
              <a:prstClr val="black">
                <a:alpha val="10000"/>
              </a:prstClr>
            </a:outerShdw>
          </a:effectLst>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u="none" strike="noStrike" cap="none" spc="0" normalizeH="0" baseline="0">
              <a:ln>
                <a:noFill/>
              </a:ln>
              <a:solidFill>
                <a:srgbClr val="4B4B4B"/>
              </a:solidFill>
              <a:effectLst/>
              <a:uFillTx/>
              <a:latin typeface="Arial" panose="020B0604020202090204" pitchFamily="34" charset="0"/>
              <a:ea typeface="方正兰亭黑简体" panose="02000000000000000000" pitchFamily="2" charset="-122"/>
              <a:sym typeface="Arial" panose="020B0604020202090204" pitchFamily="34" charset="0"/>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3" name="文本框 2"/>
          <p:cNvSpPr txBox="1"/>
          <p:nvPr/>
        </p:nvSpPr>
        <p:spPr>
          <a:xfrm>
            <a:off x="209550" y="1044575"/>
            <a:ext cx="4671060" cy="2547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285750" marR="0" indent="-285750" algn="l" defTabSz="457200" rtl="0" fontAlgn="auto" latinLnBrk="0" hangingPunct="0">
              <a:lnSpc>
                <a:spcPct val="170000"/>
              </a:lnSpc>
              <a:spcBef>
                <a:spcPts val="0"/>
              </a:spcBef>
              <a:spcAft>
                <a:spcPts val="0"/>
              </a:spcAft>
              <a:buClrTx/>
              <a:buSzTx/>
              <a:buFont typeface="Arial" panose="020B0604020202090204" pitchFamily="34" charset="0"/>
              <a:buChar char="•"/>
            </a:pPr>
            <a:r>
              <a:rPr lang="zh-CN" altLang="en-US"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如果使用钱包支付，验证用户签名和钱包余额；</a:t>
            </a:r>
            <a:endParaRPr lang="zh-CN" altLang="en-US"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endParaRPr>
          </a:p>
          <a:p>
            <a:pPr marL="285750" marR="0" indent="-285750" algn="l" defTabSz="457200" rtl="0" fontAlgn="auto" latinLnBrk="0" hangingPunct="0">
              <a:lnSpc>
                <a:spcPct val="170000"/>
              </a:lnSpc>
              <a:spcBef>
                <a:spcPts val="0"/>
              </a:spcBef>
              <a:spcAft>
                <a:spcPts val="0"/>
              </a:spcAft>
              <a:buClrTx/>
              <a:buSzTx/>
              <a:buFont typeface="Arial" panose="020B0604020202090204" pitchFamily="34" charset="0"/>
              <a:buChar char="•"/>
            </a:pPr>
            <a:r>
              <a:rPr lang="zh-CN" altLang="en-US"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如果是代付，验证用户签名、代付方是否愿意赞助（对应的交易是否有真实的代付人，代付人的赞助对象是否包含该用户）；</a:t>
            </a:r>
            <a:endParaRPr lang="en-US" altLang="zh-CN"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endParaRPr>
          </a:p>
          <a:p>
            <a:pPr marL="0" marR="0" indent="0" algn="l" defTabSz="457200" rtl="0" fontAlgn="auto" latinLnBrk="0" hangingPunct="0">
              <a:lnSpc>
                <a:spcPct val="170000"/>
              </a:lnSpc>
              <a:spcBef>
                <a:spcPts val="0"/>
              </a:spcBef>
              <a:spcAft>
                <a:spcPts val="0"/>
              </a:spcAft>
              <a:buClrTx/>
              <a:buSzTx/>
              <a:buFontTx/>
              <a:buNone/>
            </a:pPr>
            <a:r>
              <a:rPr lang="en-US" altLang="zh-CN"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7</a:t>
            </a:r>
            <a:r>
              <a:rPr lang="zh-CN" altLang="en-US"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、模拟验证：调用</a:t>
            </a:r>
            <a:r>
              <a:rPr lang="en-US" altLang="zh-CN"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validateUserOp</a:t>
            </a:r>
            <a:r>
              <a:rPr lang="zh-CN" altLang="en-US"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方法，以用户操作为输入，验证用户签名和</a:t>
            </a:r>
            <a:r>
              <a:rPr lang="en-US" altLang="zh-CN"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rPr>
              <a:t>UserOperation.nonce</a:t>
            </a:r>
            <a:endParaRPr lang="en-US" altLang="zh-CN"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endParaRPr>
          </a:p>
          <a:p>
            <a:pPr marL="285750" marR="0" indent="-285750" algn="l" defTabSz="457200" rtl="0" fontAlgn="auto" latinLnBrk="0" hangingPunct="0">
              <a:lnSpc>
                <a:spcPct val="170000"/>
              </a:lnSpc>
              <a:spcBef>
                <a:spcPts val="0"/>
              </a:spcBef>
              <a:spcAft>
                <a:spcPts val="0"/>
              </a:spcAft>
              <a:buClrTx/>
              <a:buSzTx/>
              <a:buFont typeface="Arial" panose="020B0604020202090204" pitchFamily="34" charset="0"/>
              <a:buChar char="•"/>
            </a:pPr>
            <a:endParaRPr lang="en-US" altLang="zh-CN" sz="1500" dirty="0" smtClean="0">
              <a:highlight>
                <a:srgbClr val="000000">
                  <a:alpha val="0"/>
                </a:srgbClr>
              </a:highlight>
              <a:latin typeface="Arial" panose="020B0604020202090204" pitchFamily="34" charset="0"/>
              <a:ea typeface="方正兰亭黑简体" panose="02000000000000000000" pitchFamily="2" charset="-122"/>
              <a:sym typeface="Arial" panose="020B0604020202090204" pitchFamily="34" charset="0"/>
            </a:endParaRPr>
          </a:p>
        </p:txBody>
      </p:sp>
      <p:pic>
        <p:nvPicPr>
          <p:cNvPr id="6" name="图片 5"/>
          <p:cNvPicPr>
            <a:picLocks noChangeAspect="1"/>
          </p:cNvPicPr>
          <p:nvPr/>
        </p:nvPicPr>
        <p:blipFill>
          <a:blip r:embed="rId2"/>
          <a:stretch>
            <a:fillRect/>
          </a:stretch>
        </p:blipFill>
        <p:spPr>
          <a:xfrm>
            <a:off x="5179060" y="1419860"/>
            <a:ext cx="6742430" cy="4222750"/>
          </a:xfrm>
          <a:prstGeom prst="rect">
            <a:avLst/>
          </a:prstGeom>
          <a:ln>
            <a:solidFill>
              <a:schemeClr val="bg1">
                <a:lumMod val="50000"/>
              </a:schemeClr>
            </a:solidFill>
          </a:ln>
        </p:spPr>
      </p:pic>
      <p:sp>
        <p:nvSpPr>
          <p:cNvPr id="2" name="文本框 1"/>
          <p:cNvSpPr txBox="1"/>
          <p:nvPr/>
        </p:nvSpPr>
        <p:spPr>
          <a:xfrm>
            <a:off x="209550" y="3429000"/>
            <a:ext cx="4671695" cy="27216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90000"/>
              </a:lnSpc>
              <a:spcBef>
                <a:spcPts val="0"/>
              </a:spcBef>
              <a:spcAft>
                <a:spcPts val="0"/>
              </a:spcAft>
              <a:buClrTx/>
              <a:buSzTx/>
              <a:buFontTx/>
              <a:buNone/>
            </a:pP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8</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、如果验证成功，钱包支付，支付使用的是交易开始之前质押到入口点合约的余额；否则抛出异常；</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0" marR="0" indent="0" algn="l" defTabSz="457200" rtl="0" fontAlgn="auto" latinLnBrk="0" hangingPunct="0">
              <a:lnSpc>
                <a:spcPct val="190000"/>
              </a:lnSpc>
              <a:spcBef>
                <a:spcPts val="0"/>
              </a:spcBef>
              <a:spcAft>
                <a:spcPts val="0"/>
              </a:spcAft>
              <a:buClrTx/>
              <a:buSzTx/>
              <a:buFontTx/>
              <a:buNone/>
            </a:pP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9</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、如果验证成功且是代付</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gas</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费，入口点合约调用</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paymaster</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接口方法</a:t>
            </a: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validatePaymasterUserOp</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校验；</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0" marR="0" indent="0" algn="l" defTabSz="457200" rtl="0" fontAlgn="auto" latinLnBrk="0" hangingPunct="0">
              <a:lnSpc>
                <a:spcPct val="190000"/>
              </a:lnSpc>
              <a:spcBef>
                <a:spcPts val="0"/>
              </a:spcBef>
              <a:spcAft>
                <a:spcPts val="0"/>
              </a:spcAft>
              <a:buClrTx/>
              <a:buSzTx/>
              <a:buFontTx/>
              <a:buNone/>
            </a:pP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10</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、验证存储空间权限，防止多个操作</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之间冲突；</a:t>
            </a:r>
            <a:endParaRPr lang="zh-CN" altLang="en-US" sz="1500" dirty="0" smtClean="0">
              <a:latin typeface="Arial" panose="020B0604020202090204" pitchFamily="34" charset="0"/>
              <a:ea typeface="方正兰亭黑简体" panose="02000000000000000000" pitchFamily="2" charset="-122"/>
              <a:sym typeface="Arial" panose="020B0604020202090204" pitchFamily="34" charset="0"/>
            </a:endParaRPr>
          </a:p>
          <a:p>
            <a:pPr marL="0" marR="0" indent="0" algn="l" defTabSz="457200" rtl="0" fontAlgn="auto" latinLnBrk="0" hangingPunct="0">
              <a:lnSpc>
                <a:spcPct val="190000"/>
              </a:lnSpc>
              <a:spcBef>
                <a:spcPts val="0"/>
              </a:spcBef>
              <a:spcAft>
                <a:spcPts val="0"/>
              </a:spcAft>
              <a:buClrTx/>
              <a:buSzTx/>
              <a:buFontTx/>
              <a:buNone/>
            </a:pPr>
            <a:r>
              <a:rPr lang="en-US" altLang="zh-CN" sz="1500" dirty="0" smtClean="0">
                <a:latin typeface="Arial" panose="020B0604020202090204" pitchFamily="34" charset="0"/>
                <a:ea typeface="方正兰亭黑简体" panose="02000000000000000000" pitchFamily="2" charset="-122"/>
                <a:sym typeface="Arial" panose="020B0604020202090204" pitchFamily="34" charset="0"/>
              </a:rPr>
              <a:t>11</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、打包者将捆绑交易发</a:t>
            </a:r>
            <a:r>
              <a:rPr lang="zh-CN" altLang="en-US" sz="1500" dirty="0" smtClean="0">
                <a:latin typeface="Arial" panose="020B0604020202090204" pitchFamily="34" charset="0"/>
                <a:ea typeface="方正兰亭黑简体" panose="02000000000000000000" pitchFamily="2" charset="-122"/>
                <a:sym typeface="Arial" panose="020B0604020202090204" pitchFamily="34" charset="0"/>
              </a:rPr>
              <a:t>至交易缓存池，等待上链。</a:t>
            </a:r>
            <a:endParaRPr lang="zh-CN" altLang="en-US" sz="1500" dirty="0" smtClean="0">
              <a:solidFill>
                <a:schemeClr val="tx1">
                  <a:lumMod val="50000"/>
                </a:schemeClr>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4" name="此处添加标题/Add title here"/>
          <p:cNvSpPr txBox="1"/>
          <p:nvPr>
            <p:custDataLst>
              <p:tags r:id="rId3"/>
            </p:custDataLst>
          </p:nvPr>
        </p:nvSpPr>
        <p:spPr>
          <a:xfrm>
            <a:off x="930063" y="199024"/>
            <a:ext cx="6882765"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UserOperation</a:t>
            </a:r>
            <a:r>
              <a:rPr lang="zh-CN" altLang="en-US" dirty="0">
                <a:latin typeface="Arial" panose="020B0604020202090204" pitchFamily="34" charset="0"/>
                <a:ea typeface="方正兰亭黑简体" panose="02000000000000000000" pitchFamily="2" charset="-122"/>
                <a:sym typeface="Arial" panose="020B0604020202090204" pitchFamily="34" charset="0"/>
              </a:rPr>
              <a:t>的</a:t>
            </a:r>
            <a:r>
              <a:rPr lang="zh-CN" altLang="en-US" dirty="0">
                <a:latin typeface="Arial" panose="020B0604020202090204" pitchFamily="34" charset="0"/>
                <a:ea typeface="方正兰亭黑简体" panose="02000000000000000000" pitchFamily="2" charset="-122"/>
                <a:sym typeface="Arial" panose="020B0604020202090204" pitchFamily="34" charset="0"/>
              </a:rPr>
              <a:t>生命周期</a:t>
            </a:r>
            <a:endParaRPr lang="zh-CN" altLang="en-US" dirty="0">
              <a:latin typeface="Arial" panose="020B0604020202090204" pitchFamily="34" charset="0"/>
              <a:ea typeface="方正兰亭黑简体" panose="02000000000000000000" pitchFamily="2" charset="-122"/>
              <a:sym typeface="Arial" panose="020B0604020202090204" pitchFamily="34" charset="0"/>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5" name="此处添加标题/Add title here"/>
          <p:cNvSpPr txBox="1"/>
          <p:nvPr/>
        </p:nvSpPr>
        <p:spPr>
          <a:xfrm>
            <a:off x="930063" y="199024"/>
            <a:ext cx="5365115"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打包者</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en-US" altLang="zh-CN" dirty="0">
                <a:latin typeface="Arial" panose="020B0604020202090204" pitchFamily="34" charset="0"/>
                <a:ea typeface="方正兰亭黑简体" panose="02000000000000000000" pitchFamily="2" charset="-122"/>
                <a:sym typeface="Arial" panose="020B0604020202090204" pitchFamily="34" charset="0"/>
              </a:rPr>
              <a:t>Bundler</a:t>
            </a:r>
            <a:endParaRPr lang="en-US" altLang="zh-CN"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55" name="圆角矩形 54"/>
          <p:cNvSpPr/>
          <p:nvPr/>
        </p:nvSpPr>
        <p:spPr>
          <a:xfrm>
            <a:off x="868680" y="1024890"/>
            <a:ext cx="10584180" cy="864870"/>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sp>
        <p:nvSpPr>
          <p:cNvPr id="54" name="圆角矩形 53"/>
          <p:cNvSpPr/>
          <p:nvPr/>
        </p:nvSpPr>
        <p:spPr>
          <a:xfrm>
            <a:off x="9005570" y="3263900"/>
            <a:ext cx="2447925" cy="2686050"/>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sp>
        <p:nvSpPr>
          <p:cNvPr id="52" name="圆角矩形 51"/>
          <p:cNvSpPr/>
          <p:nvPr/>
        </p:nvSpPr>
        <p:spPr>
          <a:xfrm>
            <a:off x="6296025" y="3263265"/>
            <a:ext cx="2447925" cy="2686050"/>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sp>
        <p:nvSpPr>
          <p:cNvPr id="51" name="圆角矩形 50"/>
          <p:cNvSpPr/>
          <p:nvPr/>
        </p:nvSpPr>
        <p:spPr>
          <a:xfrm>
            <a:off x="3606800" y="3263265"/>
            <a:ext cx="2447925" cy="2686050"/>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sp>
        <p:nvSpPr>
          <p:cNvPr id="50" name="圆角矩形 49"/>
          <p:cNvSpPr/>
          <p:nvPr/>
        </p:nvSpPr>
        <p:spPr>
          <a:xfrm>
            <a:off x="868680" y="3263265"/>
            <a:ext cx="2447925" cy="2686050"/>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dirty="0"/>
          </a:p>
        </p:txBody>
      </p:sp>
      <p:cxnSp>
        <p:nvCxnSpPr>
          <p:cNvPr id="4" name="直线连接符 5"/>
          <p:cNvCxnSpPr/>
          <p:nvPr/>
        </p:nvCxnSpPr>
        <p:spPr>
          <a:xfrm>
            <a:off x="1660167" y="2132798"/>
            <a:ext cx="8196380" cy="0"/>
          </a:xfrm>
          <a:prstGeom prst="line">
            <a:avLst/>
          </a:prstGeom>
          <a:ln w="9525">
            <a:solidFill>
              <a:srgbClr val="2964FF"/>
            </a:solidFill>
          </a:ln>
        </p:spPr>
        <p:style>
          <a:lnRef idx="1">
            <a:schemeClr val="accent1"/>
          </a:lnRef>
          <a:fillRef idx="0">
            <a:schemeClr val="accent1"/>
          </a:fillRef>
          <a:effectRef idx="0">
            <a:schemeClr val="accent1"/>
          </a:effectRef>
          <a:fontRef idx="minor">
            <a:schemeClr val="tx1"/>
          </a:fontRef>
        </p:style>
      </p:cxnSp>
      <p:sp>
        <p:nvSpPr>
          <p:cNvPr id="9" name="Object 1015"/>
          <p:cNvSpPr txBox="1"/>
          <p:nvPr/>
        </p:nvSpPr>
        <p:spPr>
          <a:xfrm>
            <a:off x="945515" y="3554095"/>
            <a:ext cx="2305050" cy="2023110"/>
          </a:xfrm>
          <a:prstGeom prst="rect">
            <a:avLst/>
          </a:prstGeom>
        </p:spPr>
        <p:txBody>
          <a:bodyPr vert="horz" rtlCol="0" anchor="t" anchorCtr="0">
            <a:noAutofit/>
          </a:bodyPr>
          <a:p>
            <a:pPr marR="0" algn="l" defTabSz="457200" rtl="0" eaLnBrk="1">
              <a:lnSpc>
                <a:spcPct val="130000"/>
              </a:lnSpc>
              <a:spcBef>
                <a:spcPts val="0"/>
              </a:spcBef>
              <a:spcAft>
                <a:spcPts val="0"/>
              </a:spcAft>
              <a:buClrTx/>
              <a:buSzTx/>
              <a:buFontTx/>
              <a:buNone/>
            </a:pPr>
            <a:r>
              <a:rPr lang="zh-CN" altLang="en-US" sz="1200">
                <a:solidFill>
                  <a:schemeClr val="tx1">
                    <a:lumMod val="50000"/>
                  </a:schemeClr>
                </a:solidFill>
                <a:sym typeface="+mn-ea"/>
              </a:rPr>
              <a:t>监听</a:t>
            </a:r>
            <a:r>
              <a:rPr lang="en-US" altLang="zh-CN" sz="1200">
                <a:solidFill>
                  <a:schemeClr val="tx1">
                    <a:lumMod val="50000"/>
                  </a:schemeClr>
                </a:solidFill>
                <a:sym typeface="+mn-ea"/>
              </a:rPr>
              <a:t>UserOperation </a:t>
            </a:r>
            <a:r>
              <a:rPr lang="zh-CN" altLang="en-US" sz="1200">
                <a:solidFill>
                  <a:schemeClr val="tx1">
                    <a:lumMod val="50000"/>
                  </a:schemeClr>
                </a:solidFill>
                <a:sym typeface="+mn-ea"/>
              </a:rPr>
              <a:t>内存池的节点，将多个</a:t>
            </a:r>
            <a:r>
              <a:rPr lang="en-US" altLang="zh-CN" sz="1200">
                <a:solidFill>
                  <a:schemeClr val="tx1">
                    <a:lumMod val="50000"/>
                  </a:schemeClr>
                </a:solidFill>
                <a:sym typeface="+mn-ea"/>
              </a:rPr>
              <a:t>UserOperation </a:t>
            </a:r>
            <a:r>
              <a:rPr lang="zh-CN" altLang="en-US" sz="1200">
                <a:solidFill>
                  <a:schemeClr val="tx1">
                    <a:lumMod val="50000"/>
                  </a:schemeClr>
                </a:solidFill>
                <a:sym typeface="+mn-ea"/>
              </a:rPr>
              <a:t>打包为一个</a:t>
            </a:r>
            <a:r>
              <a:rPr lang="en-US" altLang="zh-CN" sz="1200">
                <a:solidFill>
                  <a:schemeClr val="tx1">
                    <a:lumMod val="50000"/>
                  </a:schemeClr>
                </a:solidFill>
                <a:sym typeface="+mn-ea"/>
              </a:rPr>
              <a:t>transaction</a:t>
            </a:r>
            <a:r>
              <a:rPr lang="zh-CN" altLang="en-US" sz="1200">
                <a:solidFill>
                  <a:schemeClr val="tx1">
                    <a:lumMod val="50000"/>
                  </a:schemeClr>
                </a:solidFill>
                <a:sym typeface="+mn-ea"/>
              </a:rPr>
              <a:t>，并将该</a:t>
            </a:r>
            <a:r>
              <a:rPr lang="en-US" altLang="zh-CN" sz="1200">
                <a:solidFill>
                  <a:schemeClr val="tx1">
                    <a:lumMod val="50000"/>
                  </a:schemeClr>
                </a:solidFill>
                <a:sym typeface="+mn-ea"/>
              </a:rPr>
              <a:t>transaction</a:t>
            </a:r>
            <a:r>
              <a:rPr lang="zh-CN" altLang="en-US" sz="1200">
                <a:solidFill>
                  <a:schemeClr val="tx1">
                    <a:lumMod val="50000"/>
                  </a:schemeClr>
                </a:solidFill>
                <a:sym typeface="+mn-ea"/>
              </a:rPr>
              <a:t>发送到</a:t>
            </a:r>
            <a:r>
              <a:rPr lang="en-US" altLang="zh-CN" sz="1200">
                <a:solidFill>
                  <a:schemeClr val="tx1">
                    <a:lumMod val="50000"/>
                  </a:schemeClr>
                </a:solidFill>
                <a:sym typeface="+mn-ea"/>
              </a:rPr>
              <a:t>EntryPoint</a:t>
            </a:r>
            <a:r>
              <a:rPr lang="zh-CN" altLang="en-US" sz="1200">
                <a:solidFill>
                  <a:schemeClr val="tx1">
                    <a:lumMod val="50000"/>
                  </a:schemeClr>
                </a:solidFill>
                <a:sym typeface="+mn-ea"/>
              </a:rPr>
              <a:t>合约以执行。</a:t>
            </a:r>
            <a:endParaRPr lang="zh-CN" altLang="en-US" sz="1200">
              <a:solidFill>
                <a:schemeClr val="tx1">
                  <a:lumMod val="50000"/>
                </a:schemeClr>
              </a:solidFill>
              <a:sym typeface="+mn-ea"/>
            </a:endParaRPr>
          </a:p>
          <a:p>
            <a:pPr marR="0" algn="l" defTabSz="457200" rtl="0" eaLnBrk="1">
              <a:lnSpc>
                <a:spcPct val="130000"/>
              </a:lnSpc>
              <a:spcBef>
                <a:spcPts val="0"/>
              </a:spcBef>
              <a:spcAft>
                <a:spcPts val="0"/>
              </a:spcAft>
              <a:buClrTx/>
              <a:buSzTx/>
              <a:buFontTx/>
              <a:buNone/>
            </a:pPr>
            <a:r>
              <a:rPr lang="en-US" altLang="zh-CN" sz="1200">
                <a:solidFill>
                  <a:schemeClr val="tx1">
                    <a:lumMod val="50000"/>
                  </a:schemeClr>
                </a:solidFill>
                <a:sym typeface="+mn-ea"/>
              </a:rPr>
              <a:t>bundler</a:t>
            </a:r>
            <a:r>
              <a:rPr lang="zh-CN" altLang="en-US" sz="1200">
                <a:solidFill>
                  <a:schemeClr val="tx1">
                    <a:lumMod val="50000"/>
                  </a:schemeClr>
                </a:solidFill>
                <a:sym typeface="+mn-ea"/>
              </a:rPr>
              <a:t>使用费用优先级逻辑选择哪些</a:t>
            </a:r>
            <a:r>
              <a:rPr lang="en-US" altLang="zh-CN" sz="1200">
                <a:solidFill>
                  <a:schemeClr val="tx1">
                    <a:lumMod val="50000"/>
                  </a:schemeClr>
                </a:solidFill>
                <a:sym typeface="+mn-ea"/>
              </a:rPr>
              <a:t>UserOperation</a:t>
            </a:r>
            <a:r>
              <a:rPr lang="zh-CN" altLang="en-US" sz="1200">
                <a:solidFill>
                  <a:schemeClr val="tx1">
                    <a:lumMod val="50000"/>
                  </a:schemeClr>
                </a:solidFill>
                <a:sym typeface="+mn-ea"/>
              </a:rPr>
              <a:t>对象包含再其捆绑交易中。</a:t>
            </a:r>
            <a:endParaRPr kumimoji="0" lang="zh-CN" altLang="en-US" sz="1200" u="none" strike="noStrike" kern="1200" cap="none" spc="0" normalizeH="0" baseline="0" noProof="0" dirty="0">
              <a:ln>
                <a:noFill/>
              </a:ln>
              <a:solidFill>
                <a:schemeClr val="tx1">
                  <a:lumMod val="50000"/>
                </a:schemeClr>
              </a:solidFill>
              <a:effectLst/>
              <a:uLnTx/>
              <a:uFillTx/>
              <a:latin typeface="Microsoft YaHei Light" panose="020B0503020204020204" pitchFamily="34" charset="-122"/>
              <a:ea typeface="Microsoft YaHei Light" panose="020B0503020204020204" pitchFamily="34" charset="-122"/>
              <a:sym typeface="+mn-ea"/>
            </a:endParaRPr>
          </a:p>
        </p:txBody>
      </p:sp>
      <p:cxnSp>
        <p:nvCxnSpPr>
          <p:cNvPr id="11" name="直线连接符 8"/>
          <p:cNvCxnSpPr/>
          <p:nvPr/>
        </p:nvCxnSpPr>
        <p:spPr>
          <a:xfrm>
            <a:off x="1660167" y="2132799"/>
            <a:ext cx="0" cy="241190"/>
          </a:xfrm>
          <a:prstGeom prst="line">
            <a:avLst/>
          </a:prstGeom>
          <a:ln w="9525">
            <a:solidFill>
              <a:srgbClr val="2964FF"/>
            </a:solidFill>
          </a:ln>
        </p:spPr>
        <p:style>
          <a:lnRef idx="1">
            <a:schemeClr val="accent1"/>
          </a:lnRef>
          <a:fillRef idx="0">
            <a:schemeClr val="accent1"/>
          </a:fillRef>
          <a:effectRef idx="0">
            <a:schemeClr val="accent1"/>
          </a:effectRef>
          <a:fontRef idx="minor">
            <a:schemeClr val="tx1"/>
          </a:fontRef>
        </p:style>
      </p:cxnSp>
      <p:cxnSp>
        <p:nvCxnSpPr>
          <p:cNvPr id="12" name="直线连接符 9"/>
          <p:cNvCxnSpPr/>
          <p:nvPr/>
        </p:nvCxnSpPr>
        <p:spPr>
          <a:xfrm>
            <a:off x="4482225" y="2132799"/>
            <a:ext cx="0" cy="241190"/>
          </a:xfrm>
          <a:prstGeom prst="line">
            <a:avLst/>
          </a:prstGeom>
          <a:ln w="9525">
            <a:solidFill>
              <a:srgbClr val="2964FF"/>
            </a:solidFill>
          </a:ln>
        </p:spPr>
        <p:style>
          <a:lnRef idx="1">
            <a:schemeClr val="accent1"/>
          </a:lnRef>
          <a:fillRef idx="0">
            <a:schemeClr val="accent1"/>
          </a:fillRef>
          <a:effectRef idx="0">
            <a:schemeClr val="accent1"/>
          </a:effectRef>
          <a:fontRef idx="minor">
            <a:schemeClr val="tx1"/>
          </a:fontRef>
        </p:style>
      </p:cxnSp>
      <p:cxnSp>
        <p:nvCxnSpPr>
          <p:cNvPr id="13" name="直线连接符 10"/>
          <p:cNvCxnSpPr/>
          <p:nvPr/>
        </p:nvCxnSpPr>
        <p:spPr>
          <a:xfrm>
            <a:off x="7131800" y="2126453"/>
            <a:ext cx="0" cy="252000"/>
          </a:xfrm>
          <a:prstGeom prst="line">
            <a:avLst/>
          </a:prstGeom>
          <a:ln w="9525">
            <a:solidFill>
              <a:srgbClr val="2964FF"/>
            </a:solidFill>
          </a:ln>
        </p:spPr>
        <p:style>
          <a:lnRef idx="1">
            <a:schemeClr val="accent1"/>
          </a:lnRef>
          <a:fillRef idx="0">
            <a:schemeClr val="accent1"/>
          </a:fillRef>
          <a:effectRef idx="0">
            <a:schemeClr val="accent1"/>
          </a:effectRef>
          <a:fontRef idx="minor">
            <a:schemeClr val="tx1"/>
          </a:fontRef>
        </p:style>
      </p:cxnSp>
      <p:cxnSp>
        <p:nvCxnSpPr>
          <p:cNvPr id="15" name="直线连接符 12"/>
          <p:cNvCxnSpPr/>
          <p:nvPr/>
        </p:nvCxnSpPr>
        <p:spPr>
          <a:xfrm>
            <a:off x="9854326" y="2132799"/>
            <a:ext cx="0" cy="241190"/>
          </a:xfrm>
          <a:prstGeom prst="line">
            <a:avLst/>
          </a:prstGeom>
          <a:ln w="9525">
            <a:solidFill>
              <a:srgbClr val="2964F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059180" y="1016000"/>
            <a:ext cx="10067925" cy="857250"/>
          </a:xfrm>
          <a:prstGeom prst="rect">
            <a:avLst/>
          </a:prstGeom>
          <a:noFill/>
        </p:spPr>
        <p:txBody>
          <a:bodyPr wrap="square" rtlCol="0">
            <a:noAutofit/>
          </a:bodyPr>
          <a:p>
            <a:pPr marL="0" marR="0" lvl="0" indent="0" algn="l" defTabSz="914400" rtl="0" eaLnBrk="1" fontAlgn="auto" latinLnBrk="0" hangingPunct="1">
              <a:lnSpc>
                <a:spcPct val="130000"/>
              </a:lnSpc>
              <a:spcBef>
                <a:spcPts val="0"/>
              </a:spcBef>
              <a:spcAft>
                <a:spcPts val="0"/>
              </a:spcAft>
              <a:buClrTx/>
              <a:buSzTx/>
              <a:buFontTx/>
              <a:buNone/>
              <a:defRPr/>
            </a:pPr>
            <a:r>
              <a:rPr lang="zh-CN" altLang="en-US" sz="1600">
                <a:sym typeface="+mn-ea"/>
              </a:rPr>
              <a:t>打包者</a:t>
            </a:r>
            <a:r>
              <a:rPr lang="zh-CN" altLang="en-US" sz="1600">
                <a:sym typeface="+mn-ea"/>
              </a:rPr>
              <a:t>（</a:t>
            </a:r>
            <a:r>
              <a:rPr lang="en-US" altLang="zh-CN" sz="1600">
                <a:sym typeface="+mn-ea"/>
              </a:rPr>
              <a:t>Bundler</a:t>
            </a:r>
            <a:r>
              <a:rPr lang="zh-CN" altLang="en-US" sz="1600">
                <a:sym typeface="+mn-ea"/>
              </a:rPr>
              <a:t>）</a:t>
            </a:r>
            <a:r>
              <a:rPr lang="zh-CN" altLang="en-US" sz="1600">
                <a:sym typeface="+mn-ea"/>
              </a:rPr>
              <a:t>也称</a:t>
            </a:r>
            <a:r>
              <a:rPr lang="zh-CN" altLang="en-US" sz="1600">
                <a:sym typeface="+mn-ea"/>
              </a:rPr>
              <a:t>捆绑者</a:t>
            </a:r>
            <a:r>
              <a:rPr lang="zh-CN" altLang="en-US" sz="1600">
                <a:sym typeface="+mn-ea"/>
              </a:rPr>
              <a:t>，调用智能合约来执行用户委托的交易，负责将多个UserOperation打包成一个</a:t>
            </a:r>
            <a:r>
              <a:rPr lang="en-US" altLang="zh-CN" sz="1600">
                <a:sym typeface="+mn-ea"/>
              </a:rPr>
              <a:t>bundle transaction</a:t>
            </a:r>
            <a:r>
              <a:rPr lang="zh-CN" altLang="en-US" sz="1600">
                <a:sym typeface="+mn-ea"/>
              </a:rPr>
              <a:t>并上链，</a:t>
            </a:r>
            <a:r>
              <a:rPr lang="zh-CN" altLang="en-US" sz="1600">
                <a:sym typeface="+mn-ea"/>
              </a:rPr>
              <a:t>他们是EOA账户。</a:t>
            </a:r>
            <a:endParaRPr kumimoji="0" lang="zh-CN" altLang="en-US" sz="1600" b="1" i="0" u="none" strike="noStrike" kern="1200" cap="none" spc="0" normalizeH="0" baseline="0" noProof="0" dirty="0">
              <a:ln>
                <a:noFill/>
              </a:ln>
              <a:solidFill>
                <a:schemeClr val="tx1">
                  <a:lumMod val="95000"/>
                  <a:lumOff val="5000"/>
                </a:schemeClr>
              </a:solidFill>
              <a:effectLst/>
              <a:uLnTx/>
              <a:uFillTx/>
              <a:latin typeface="Microsoft YaHei Light" panose="020B0503020204020204" pitchFamily="34" charset="-122"/>
              <a:ea typeface="Microsoft YaHei Light" panose="020B0503020204020204" pitchFamily="34" charset="-122"/>
              <a:cs typeface="+mn-cs"/>
              <a:sym typeface="+mn-ea"/>
            </a:endParaRPr>
          </a:p>
        </p:txBody>
      </p:sp>
      <p:sp>
        <p:nvSpPr>
          <p:cNvPr id="17" name="矩形 16"/>
          <p:cNvSpPr/>
          <p:nvPr/>
        </p:nvSpPr>
        <p:spPr>
          <a:xfrm>
            <a:off x="872131" y="2380015"/>
            <a:ext cx="1848821" cy="522424"/>
          </a:xfrm>
          <a:prstGeom prst="rect">
            <a:avLst/>
          </a:prstGeom>
          <a:noFill/>
          <a:ln w="9525">
            <a:solidFill>
              <a:srgbClr val="2964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r"/>
            <a:endParaRPr kumimoji="1" lang="zh-CN" altLang="en-US" sz="1400">
              <a:latin typeface="微软雅黑" panose="020B0503020204020204" pitchFamily="34" charset="-122"/>
              <a:ea typeface="微软雅黑" panose="020B0503020204020204" pitchFamily="34" charset="-122"/>
            </a:endParaRPr>
          </a:p>
        </p:txBody>
      </p:sp>
      <p:sp>
        <p:nvSpPr>
          <p:cNvPr id="18" name="矩形 17"/>
          <p:cNvSpPr/>
          <p:nvPr/>
        </p:nvSpPr>
        <p:spPr>
          <a:xfrm>
            <a:off x="3622794" y="2380015"/>
            <a:ext cx="1863081" cy="522424"/>
          </a:xfrm>
          <a:prstGeom prst="rect">
            <a:avLst/>
          </a:prstGeom>
          <a:noFill/>
          <a:ln w="9525">
            <a:solidFill>
              <a:srgbClr val="2964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r"/>
            <a:endParaRPr kumimoji="1" lang="zh-CN" altLang="en-US" sz="1400">
              <a:latin typeface="微软雅黑" panose="020B0503020204020204" pitchFamily="34" charset="-122"/>
              <a:ea typeface="微软雅黑" panose="020B0503020204020204" pitchFamily="34" charset="-122"/>
            </a:endParaRPr>
          </a:p>
        </p:txBody>
      </p:sp>
      <p:sp>
        <p:nvSpPr>
          <p:cNvPr id="19" name="矩形 18"/>
          <p:cNvSpPr/>
          <p:nvPr/>
        </p:nvSpPr>
        <p:spPr>
          <a:xfrm>
            <a:off x="6284557" y="2380015"/>
            <a:ext cx="1863081" cy="522424"/>
          </a:xfrm>
          <a:prstGeom prst="rect">
            <a:avLst/>
          </a:prstGeom>
          <a:noFill/>
          <a:ln w="9525">
            <a:solidFill>
              <a:srgbClr val="2964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r"/>
            <a:endParaRPr kumimoji="1" lang="zh-CN" altLang="en-US" sz="1400">
              <a:latin typeface="微软雅黑" panose="020B0503020204020204" pitchFamily="34" charset="-122"/>
              <a:ea typeface="微软雅黑" panose="020B0503020204020204" pitchFamily="34" charset="-122"/>
            </a:endParaRPr>
          </a:p>
        </p:txBody>
      </p:sp>
      <p:sp>
        <p:nvSpPr>
          <p:cNvPr id="21" name="矩形 20"/>
          <p:cNvSpPr/>
          <p:nvPr/>
        </p:nvSpPr>
        <p:spPr>
          <a:xfrm>
            <a:off x="8979182" y="2380015"/>
            <a:ext cx="1865645" cy="522424"/>
          </a:xfrm>
          <a:prstGeom prst="rect">
            <a:avLst/>
          </a:prstGeom>
          <a:noFill/>
          <a:ln w="9525">
            <a:solidFill>
              <a:srgbClr val="2964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r"/>
            <a:endParaRPr kumimoji="1" lang="zh-CN" altLang="en-US" sz="1400">
              <a:latin typeface="微软雅黑" panose="020B0503020204020204" pitchFamily="34" charset="-122"/>
              <a:ea typeface="微软雅黑" panose="020B0503020204020204" pitchFamily="34" charset="-122"/>
            </a:endParaRPr>
          </a:p>
        </p:txBody>
      </p:sp>
      <p:sp>
        <p:nvSpPr>
          <p:cNvPr id="22" name="Object 1014"/>
          <p:cNvSpPr txBox="1"/>
          <p:nvPr/>
        </p:nvSpPr>
        <p:spPr>
          <a:xfrm>
            <a:off x="827066" y="2496443"/>
            <a:ext cx="1939736" cy="454019"/>
          </a:xfrm>
          <a:prstGeom prst="rect">
            <a:avLst/>
          </a:prstGeom>
        </p:spPr>
        <p:txBody>
          <a:bodyPr vert="horz" rtlCol="0" anchor="t" anchorCtr="0">
            <a:noAutofit/>
          </a:bodyPr>
          <a:p>
            <a:pPr marL="0" marR="0" lvl="0" indent="0" algn="ctr" defTabSz="914400" rtl="0" eaLnBrk="1" fontAlgn="auto" latinLnBrk="0" hangingPunct="1">
              <a:lnSpc>
                <a:spcPct val="123000"/>
              </a:lnSpc>
              <a:spcBef>
                <a:spcPts val="0"/>
              </a:spcBef>
              <a:spcAft>
                <a:spcPts val="0"/>
              </a:spcAft>
              <a:buClrTx/>
              <a:buSzTx/>
              <a:buFontTx/>
              <a:buNone/>
              <a:defRPr/>
            </a:pPr>
            <a:r>
              <a:rPr kumimoji="0" lang="en-US" altLang="zh-CN"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01. </a:t>
            </a:r>
            <a:r>
              <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监听</a:t>
            </a:r>
            <a:r>
              <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打包</a:t>
            </a:r>
            <a:endPar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endParaRPr>
          </a:p>
        </p:txBody>
      </p:sp>
      <p:sp>
        <p:nvSpPr>
          <p:cNvPr id="23" name="Object 1022"/>
          <p:cNvSpPr txBox="1"/>
          <p:nvPr/>
        </p:nvSpPr>
        <p:spPr>
          <a:xfrm>
            <a:off x="3668644" y="2496443"/>
            <a:ext cx="1840608" cy="454019"/>
          </a:xfrm>
          <a:prstGeom prst="rect">
            <a:avLst/>
          </a:prstGeom>
        </p:spPr>
        <p:txBody>
          <a:bodyPr vert="horz" rtlCol="0" anchor="t" anchorCtr="0">
            <a:noAutofit/>
          </a:bodyPr>
          <a:p>
            <a:pPr marL="0" marR="0" lvl="0" indent="0" algn="ctr" defTabSz="914400" rtl="0" eaLnBrk="1" fontAlgn="auto" latinLnBrk="0" hangingPunct="1">
              <a:lnSpc>
                <a:spcPct val="123000"/>
              </a:lnSpc>
              <a:spcBef>
                <a:spcPts val="0"/>
              </a:spcBef>
              <a:spcAft>
                <a:spcPts val="0"/>
              </a:spcAft>
              <a:buClrTx/>
              <a:buSzTx/>
              <a:buFontTx/>
              <a:buNone/>
              <a:defRPr/>
            </a:pPr>
            <a:r>
              <a:rPr kumimoji="0" lang="en-US" altLang="zh-CN"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02. </a:t>
            </a:r>
            <a:r>
              <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打包</a:t>
            </a:r>
            <a:r>
              <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创收</a:t>
            </a:r>
            <a:endPar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endParaRPr>
          </a:p>
        </p:txBody>
      </p:sp>
      <p:sp>
        <p:nvSpPr>
          <p:cNvPr id="24" name="Object 1030"/>
          <p:cNvSpPr txBox="1"/>
          <p:nvPr/>
        </p:nvSpPr>
        <p:spPr>
          <a:xfrm>
            <a:off x="6294404" y="2496443"/>
            <a:ext cx="1901706" cy="454019"/>
          </a:xfrm>
          <a:prstGeom prst="rect">
            <a:avLst/>
          </a:prstGeom>
        </p:spPr>
        <p:txBody>
          <a:bodyPr vert="horz" rtlCol="0" anchor="t" anchorCtr="0">
            <a:noAutofit/>
          </a:bodyPr>
          <a:p>
            <a:pPr marL="0" marR="0" lvl="0" indent="0" algn="ctr" defTabSz="914400" rtl="0" eaLnBrk="1" fontAlgn="auto" latinLnBrk="0" hangingPunct="1">
              <a:lnSpc>
                <a:spcPct val="123000"/>
              </a:lnSpc>
              <a:spcBef>
                <a:spcPts val="0"/>
              </a:spcBef>
              <a:spcAft>
                <a:spcPts val="0"/>
              </a:spcAft>
              <a:buClrTx/>
              <a:buSzTx/>
              <a:buFontTx/>
              <a:buNone/>
              <a:defRPr/>
            </a:pPr>
            <a:r>
              <a:rPr kumimoji="0" lang="en-US" altLang="zh-CN"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03. </a:t>
            </a:r>
            <a:r>
              <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模拟验证</a:t>
            </a:r>
            <a:endPar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endParaRPr>
          </a:p>
        </p:txBody>
      </p:sp>
      <p:sp>
        <p:nvSpPr>
          <p:cNvPr id="26" name="Object 1046"/>
          <p:cNvSpPr txBox="1"/>
          <p:nvPr/>
        </p:nvSpPr>
        <p:spPr>
          <a:xfrm>
            <a:off x="9107151" y="2496443"/>
            <a:ext cx="1611673" cy="454019"/>
          </a:xfrm>
          <a:prstGeom prst="rect">
            <a:avLst/>
          </a:prstGeom>
        </p:spPr>
        <p:txBody>
          <a:bodyPr vert="horz" rtlCol="0" anchor="t" anchorCtr="0">
            <a:noAutofit/>
          </a:bodyPr>
          <a:p>
            <a:pPr marL="0" marR="0" lvl="0" indent="0" algn="ctr" defTabSz="914400" rtl="0" eaLnBrk="1" fontAlgn="auto" latinLnBrk="0" hangingPunct="1">
              <a:lnSpc>
                <a:spcPct val="123000"/>
              </a:lnSpc>
              <a:spcBef>
                <a:spcPts val="0"/>
              </a:spcBef>
              <a:spcAft>
                <a:spcPts val="0"/>
              </a:spcAft>
              <a:buClrTx/>
              <a:buSzTx/>
              <a:buFontTx/>
              <a:buNone/>
              <a:defRPr/>
            </a:pPr>
            <a:r>
              <a:rPr kumimoji="0" lang="en-US" altLang="zh-CN"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04. </a:t>
            </a:r>
            <a:r>
              <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rPr>
              <a:t>构建区块</a:t>
            </a:r>
            <a:endParaRPr kumimoji="0" lang="zh-CN" altLang="en-US" sz="1400" i="0" u="none" strike="noStrike" kern="1200" cap="none" spc="0" normalizeH="0" baseline="0" noProof="0" dirty="0">
              <a:ln>
                <a:noFill/>
              </a:ln>
              <a:solidFill>
                <a:srgbClr val="185BDB"/>
              </a:solidFill>
              <a:effectLst/>
              <a:uLnTx/>
              <a:uFillTx/>
              <a:latin typeface="微软雅黑" panose="020B0503020204020204" pitchFamily="34" charset="-122"/>
              <a:ea typeface="微软雅黑" panose="020B0503020204020204" pitchFamily="34" charset="-122"/>
              <a:cs typeface="+mn-cs"/>
            </a:endParaRPr>
          </a:p>
        </p:txBody>
      </p:sp>
      <p:pic>
        <p:nvPicPr>
          <p:cNvPr id="28" name="图形 27"/>
          <p:cNvPicPr>
            <a:picLocks noChangeAspect="1"/>
          </p:cNvPicPr>
          <p:nvPr/>
        </p:nvPicPr>
        <p:blipFill>
          <a:blip r:embed="rId2" cstate="email">
            <a:extLst>
              <a:ext uri="{96DAC541-7B7A-43D3-8B79-37D633B846F1}">
                <asvg:svgBlip xmlns:asvg="http://schemas.microsoft.com/office/drawing/2016/SVG/main" r:embed="rId3"/>
              </a:ext>
            </a:extLst>
          </a:blip>
          <a:stretch>
            <a:fillRect/>
          </a:stretch>
        </p:blipFill>
        <p:spPr>
          <a:xfrm>
            <a:off x="1129723" y="3035355"/>
            <a:ext cx="414107" cy="414107"/>
          </a:xfrm>
          <a:prstGeom prst="rect">
            <a:avLst/>
          </a:prstGeom>
        </p:spPr>
      </p:pic>
      <p:sp>
        <p:nvSpPr>
          <p:cNvPr id="38" name="Object 1023"/>
          <p:cNvSpPr txBox="1"/>
          <p:nvPr/>
        </p:nvSpPr>
        <p:spPr>
          <a:xfrm>
            <a:off x="3723005" y="3542030"/>
            <a:ext cx="2232660" cy="2294890"/>
          </a:xfrm>
          <a:prstGeom prst="rect">
            <a:avLst/>
          </a:prstGeom>
        </p:spPr>
        <p:txBody>
          <a:bodyPr vert="horz" rtlCol="0" anchor="t" anchorCtr="0">
            <a:noAutofit/>
          </a:bodyPr>
          <a:p>
            <a:pPr marR="0" algn="l" defTabSz="457200" rtl="0" eaLnBrk="1">
              <a:lnSpc>
                <a:spcPct val="130000"/>
              </a:lnSpc>
              <a:spcBef>
                <a:spcPts val="0"/>
              </a:spcBef>
              <a:spcAft>
                <a:spcPts val="0"/>
              </a:spcAft>
              <a:buClrTx/>
              <a:buSzTx/>
              <a:buFontTx/>
              <a:buNone/>
            </a:pPr>
            <a:r>
              <a:rPr lang="zh-CN" altLang="en-US" sz="1200">
                <a:solidFill>
                  <a:schemeClr val="tx1">
                    <a:lumMod val="50000"/>
                  </a:schemeClr>
                </a:solidFill>
                <a:sym typeface="+mn-ea"/>
              </a:rPr>
              <a:t>赚取</a:t>
            </a:r>
            <a:r>
              <a:rPr lang="en-US" altLang="zh-CN" sz="1200">
                <a:solidFill>
                  <a:schemeClr val="tx1">
                    <a:lumMod val="50000"/>
                  </a:schemeClr>
                </a:solidFill>
                <a:sym typeface="+mn-ea"/>
              </a:rPr>
              <a:t>gas</a:t>
            </a:r>
            <a:r>
              <a:rPr lang="zh-CN" altLang="en-US" sz="1200">
                <a:solidFill>
                  <a:schemeClr val="tx1">
                    <a:lumMod val="50000"/>
                  </a:schemeClr>
                </a:solidFill>
                <a:sym typeface="+mn-ea"/>
              </a:rPr>
              <a:t>费。捆绑</a:t>
            </a:r>
            <a:r>
              <a:rPr lang="zh-CN" altLang="en-US" sz="1200">
                <a:solidFill>
                  <a:schemeClr val="tx1">
                    <a:lumMod val="50000"/>
                  </a:schemeClr>
                </a:solidFill>
                <a:sym typeface="+mn-ea"/>
              </a:rPr>
              <a:t>交易的发件地址是bundler，bundler用ETH支付捆绑交易的gas费。打包者获</a:t>
            </a:r>
            <a:r>
              <a:rPr lang="zh-CN" altLang="en-US" sz="1200">
                <a:solidFill>
                  <a:schemeClr val="tx1">
                    <a:lumMod val="50000"/>
                  </a:schemeClr>
                </a:solidFill>
                <a:sym typeface="+mn-ea"/>
              </a:rPr>
              <a:t>取为用户支付的小费与bundler实际创建交易付出的</a:t>
            </a:r>
            <a:r>
              <a:rPr lang="zh-CN" altLang="en-US" sz="1200">
                <a:solidFill>
                  <a:schemeClr val="tx1">
                    <a:lumMod val="50000"/>
                  </a:schemeClr>
                </a:solidFill>
                <a:sym typeface="+mn-ea"/>
              </a:rPr>
              <a:t>小费之差。</a:t>
            </a:r>
            <a:endParaRPr lang="zh-CN" altLang="en-US" sz="1200">
              <a:solidFill>
                <a:schemeClr val="tx1">
                  <a:lumMod val="50000"/>
                </a:schemeClr>
              </a:solidFill>
              <a:sym typeface="+mn-ea"/>
            </a:endParaRPr>
          </a:p>
        </p:txBody>
      </p:sp>
      <p:sp>
        <p:nvSpPr>
          <p:cNvPr id="40" name="Object 1031"/>
          <p:cNvSpPr txBox="1"/>
          <p:nvPr/>
        </p:nvSpPr>
        <p:spPr>
          <a:xfrm>
            <a:off x="6443345" y="3520440"/>
            <a:ext cx="2273300" cy="2254250"/>
          </a:xfrm>
          <a:prstGeom prst="rect">
            <a:avLst/>
          </a:prstGeom>
        </p:spPr>
        <p:txBody>
          <a:bodyPr vert="horz" rtlCol="0" anchor="t" anchorCtr="0">
            <a:noAutofit/>
          </a:bodyPr>
          <a:p>
            <a:pPr marR="0" algn="l" defTabSz="457200" rtl="0" eaLnBrk="1">
              <a:lnSpc>
                <a:spcPct val="130000"/>
              </a:lnSpc>
              <a:spcBef>
                <a:spcPts val="0"/>
              </a:spcBef>
              <a:spcAft>
                <a:spcPts val="0"/>
              </a:spcAft>
              <a:buClrTx/>
              <a:buSzTx/>
              <a:buFontTx/>
              <a:buNone/>
            </a:pPr>
            <a:r>
              <a:rPr lang="zh-CN" altLang="en-US" sz="1200">
                <a:solidFill>
                  <a:schemeClr val="tx1">
                    <a:lumMod val="50000"/>
                  </a:schemeClr>
                </a:solidFill>
                <a:sym typeface="+mn-ea"/>
              </a:rPr>
              <a:t>接收 UserOperation 之前，Bundlers 会模拟它来验证签名是否正确以及 UserOperation 是否可以支付费用。 过滤掉恶意交易，以避免承担那些无法支付的人的 Gas 成本。</a:t>
            </a:r>
            <a:endParaRPr kumimoji="0" lang="zh-CN" altLang="en-US" sz="1200" u="none" strike="noStrike" cap="none" spc="0" normalizeH="0" baseline="0">
              <a:ln>
                <a:noFill/>
              </a:ln>
              <a:solidFill>
                <a:schemeClr val="tx1">
                  <a:lumMod val="50000"/>
                </a:schemeClr>
              </a:solidFill>
              <a:effectLst/>
              <a:uFillTx/>
            </a:endParaRPr>
          </a:p>
        </p:txBody>
      </p:sp>
      <p:sp>
        <p:nvSpPr>
          <p:cNvPr id="44" name="Object 1047"/>
          <p:cNvSpPr txBox="1"/>
          <p:nvPr/>
        </p:nvSpPr>
        <p:spPr>
          <a:xfrm>
            <a:off x="9088755" y="3542030"/>
            <a:ext cx="2257425" cy="2104390"/>
          </a:xfrm>
          <a:prstGeom prst="rect">
            <a:avLst/>
          </a:prstGeom>
        </p:spPr>
        <p:txBody>
          <a:bodyPr vert="horz" rtlCol="0" anchor="t" anchorCtr="0">
            <a:noAutofit/>
          </a:bodyPr>
          <a:p>
            <a:pPr marR="0" algn="l" defTabSz="457200" rtl="0" eaLnBrk="1">
              <a:lnSpc>
                <a:spcPct val="130000"/>
              </a:lnSpc>
              <a:spcBef>
                <a:spcPts val="0"/>
              </a:spcBef>
              <a:spcAft>
                <a:spcPts val="0"/>
              </a:spcAft>
              <a:buClrTx/>
              <a:buSzTx/>
              <a:buFontTx/>
              <a:buNone/>
            </a:pPr>
            <a:r>
              <a:rPr lang="zh-CN" altLang="en-US" sz="1200">
                <a:solidFill>
                  <a:schemeClr val="tx1">
                    <a:lumMod val="50000"/>
                  </a:schemeClr>
                </a:solidFill>
                <a:sym typeface="+mn-ea"/>
              </a:rPr>
              <a:t>Bundler 可以是区块构建者，但并非网络上的所有区块构建者都必须是 Bundler。 捆绑者也可以是全新的专业参与者，他们要么将其 UserOperations 捆绑交易广播到公共内存池以供包含，要么直接将其转发给特定的区块构建者。</a:t>
            </a:r>
            <a:endParaRPr kumimoji="0" lang="zh-CN" altLang="en-US" sz="1200" u="none" strike="noStrike" kern="1200" cap="none" spc="0" normalizeH="0" baseline="0" noProof="0" dirty="0">
              <a:ln>
                <a:noFill/>
              </a:ln>
              <a:solidFill>
                <a:schemeClr val="tx1">
                  <a:lumMod val="65000"/>
                  <a:lumOff val="35000"/>
                </a:schemeClr>
              </a:solidFill>
              <a:effectLst/>
              <a:uLnTx/>
              <a:uFillTx/>
              <a:latin typeface="Microsoft YaHei Light" panose="020B0503020204020204" pitchFamily="34" charset="-122"/>
              <a:ea typeface="Microsoft YaHei Light" panose="020B0503020204020204" pitchFamily="34" charset="-122"/>
            </a:endParaRPr>
          </a:p>
        </p:txBody>
      </p:sp>
      <p:pic>
        <p:nvPicPr>
          <p:cNvPr id="45" name="图形 44"/>
          <p:cNvPicPr>
            <a:picLocks noChangeAspect="1"/>
          </p:cNvPicPr>
          <p:nvPr/>
        </p:nvPicPr>
        <p:blipFill>
          <a:blip r:embed="rId4" cstate="email">
            <a:extLst>
              <a:ext uri="{96DAC541-7B7A-43D3-8B79-37D633B846F1}">
                <asvg:svgBlip xmlns:asvg="http://schemas.microsoft.com/office/drawing/2016/SVG/main" r:embed="rId5"/>
              </a:ext>
            </a:extLst>
          </a:blip>
          <a:stretch>
            <a:fillRect/>
          </a:stretch>
        </p:blipFill>
        <p:spPr>
          <a:xfrm>
            <a:off x="3928704" y="3128793"/>
            <a:ext cx="302068" cy="302068"/>
          </a:xfrm>
          <a:prstGeom prst="rect">
            <a:avLst/>
          </a:prstGeom>
        </p:spPr>
      </p:pic>
      <p:pic>
        <p:nvPicPr>
          <p:cNvPr id="46" name="图形 45"/>
          <p:cNvPicPr>
            <a:picLocks noChangeAspect="1"/>
          </p:cNvPicPr>
          <p:nvPr/>
        </p:nvPicPr>
        <p:blipFill>
          <a:blip r:embed="rId6" cstate="email">
            <a:extLst>
              <a:ext uri="{96DAC541-7B7A-43D3-8B79-37D633B846F1}">
                <asvg:svgBlip xmlns:asvg="http://schemas.microsoft.com/office/drawing/2016/SVG/main" r:embed="rId7"/>
              </a:ext>
            </a:extLst>
          </a:blip>
          <a:stretch>
            <a:fillRect/>
          </a:stretch>
        </p:blipFill>
        <p:spPr>
          <a:xfrm>
            <a:off x="9311127" y="3046839"/>
            <a:ext cx="402623" cy="402623"/>
          </a:xfrm>
          <a:prstGeom prst="rect">
            <a:avLst/>
          </a:prstGeom>
        </p:spPr>
      </p:pic>
      <p:pic>
        <p:nvPicPr>
          <p:cNvPr id="48" name="图形 47"/>
          <p:cNvPicPr>
            <a:picLocks noChangeAspect="1"/>
          </p:cNvPicPr>
          <p:nvPr/>
        </p:nvPicPr>
        <p:blipFill>
          <a:blip r:embed="rId8" cstate="email">
            <a:extLst>
              <a:ext uri="{96DAC541-7B7A-43D3-8B79-37D633B846F1}">
                <asvg:svgBlip xmlns:asvg="http://schemas.microsoft.com/office/drawing/2016/SVG/main" r:embed="rId9"/>
              </a:ext>
            </a:extLst>
          </a:blip>
          <a:stretch>
            <a:fillRect/>
          </a:stretch>
        </p:blipFill>
        <p:spPr>
          <a:xfrm>
            <a:off x="6554454" y="3071945"/>
            <a:ext cx="389951" cy="389951"/>
          </a:xfrm>
          <a:prstGeom prst="rect">
            <a:avLst/>
          </a:prstGeom>
        </p:spPr>
      </p:pic>
      <p:cxnSp>
        <p:nvCxnSpPr>
          <p:cNvPr id="29" name="直线连接符 12"/>
          <p:cNvCxnSpPr/>
          <p:nvPr/>
        </p:nvCxnSpPr>
        <p:spPr>
          <a:xfrm>
            <a:off x="5829696" y="1914359"/>
            <a:ext cx="0" cy="216000"/>
          </a:xfrm>
          <a:prstGeom prst="line">
            <a:avLst/>
          </a:prstGeom>
          <a:ln w="9525">
            <a:solidFill>
              <a:srgbClr val="2964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sp>
        <p:nvSpPr>
          <p:cNvPr id="5" name="此处添加标题/Add title here"/>
          <p:cNvSpPr txBox="1"/>
          <p:nvPr/>
        </p:nvSpPr>
        <p:spPr>
          <a:xfrm>
            <a:off x="930063" y="199024"/>
            <a:ext cx="578866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en-US" dirty="0">
                <a:latin typeface="Arial" panose="020B0604020202090204" pitchFamily="34" charset="0"/>
                <a:ea typeface="方正兰亭黑简体" panose="02000000000000000000" pitchFamily="2" charset="-122"/>
                <a:sym typeface="Arial" panose="020B0604020202090204" pitchFamily="34" charset="0"/>
              </a:rPr>
              <a:t>ERC4337</a:t>
            </a:r>
            <a:r>
              <a:rPr lang="zh-CN" altLang="en-US" dirty="0">
                <a:latin typeface="Arial" panose="020B0604020202090204" pitchFamily="34" charset="0"/>
                <a:ea typeface="方正兰亭黑简体" panose="02000000000000000000" pitchFamily="2" charset="-122"/>
                <a:sym typeface="Arial" panose="020B0604020202090204" pitchFamily="34" charset="0"/>
              </a:rPr>
              <a:t>协议详解</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a:t>
            </a:r>
            <a:r>
              <a:rPr lang="en-US" altLang="zh-CN" dirty="0">
                <a:latin typeface="Arial" panose="020B0604020202090204" pitchFamily="34" charset="0"/>
                <a:ea typeface="方正兰亭黑简体" panose="02000000000000000000" pitchFamily="2" charset="-122"/>
                <a:sym typeface="Arial" panose="020B0604020202090204" pitchFamily="34" charset="0"/>
              </a:rPr>
              <a:t> </a:t>
            </a:r>
            <a:r>
              <a:rPr lang="zh-CN" altLang="en-US" dirty="0">
                <a:latin typeface="Arial" panose="020B0604020202090204" pitchFamily="34" charset="0"/>
                <a:ea typeface="方正兰亭黑简体" panose="02000000000000000000" pitchFamily="2" charset="-122"/>
                <a:sym typeface="Arial" panose="020B0604020202090204" pitchFamily="34" charset="0"/>
              </a:rPr>
              <a:t>代付方</a:t>
            </a:r>
            <a:r>
              <a:rPr lang="en-US" altLang="zh-CN" dirty="0">
                <a:latin typeface="Arial" panose="020B0604020202090204" pitchFamily="34" charset="0"/>
                <a:ea typeface="方正兰亭黑简体" panose="02000000000000000000" pitchFamily="2" charset="-122"/>
                <a:sym typeface="Arial" panose="020B0604020202090204" pitchFamily="34" charset="0"/>
              </a:rPr>
              <a:t> Paymaster</a:t>
            </a:r>
            <a:endParaRPr lang="en-US" altLang="zh-CN"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79" name="圆角矩形 78"/>
          <p:cNvSpPr/>
          <p:nvPr>
            <p:custDataLst>
              <p:tags r:id="rId2"/>
            </p:custDataLst>
          </p:nvPr>
        </p:nvSpPr>
        <p:spPr>
          <a:xfrm>
            <a:off x="3496310" y="1818640"/>
            <a:ext cx="7842885" cy="3257550"/>
          </a:xfrm>
          <a:prstGeom prst="roundRect">
            <a:avLst>
              <a:gd name="adj" fmla="val 5775"/>
            </a:avLst>
          </a:prstGeom>
          <a:solidFill>
            <a:schemeClr val="bg1">
              <a:alpha val="60000"/>
            </a:schemeClr>
          </a:solidFill>
          <a:ln>
            <a:solidFill>
              <a:schemeClr val="bg1"/>
            </a:solidFill>
          </a:ln>
          <a:effectLst>
            <a:outerShdw blurRad="394777" dist="70364" algn="ctr" rotWithShape="0">
              <a:srgbClr val="B8C7E1">
                <a:alpha val="63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p:cNvSpPr txBox="1"/>
          <p:nvPr>
            <p:custDataLst>
              <p:tags r:id="rId3"/>
            </p:custDataLst>
          </p:nvPr>
        </p:nvSpPr>
        <p:spPr>
          <a:xfrm>
            <a:off x="3761105" y="1976120"/>
            <a:ext cx="7291070" cy="3001010"/>
          </a:xfrm>
          <a:prstGeom prst="rect">
            <a:avLst/>
          </a:prstGeom>
          <a:noFill/>
        </p:spPr>
        <p:txBody>
          <a:bodyPr wrap="square">
            <a:noAutofit/>
          </a:bodyPr>
          <a:lstStyle/>
          <a:p>
            <a:pPr marL="285750" marR="0" indent="-285750" algn="l" defTabSz="457200" rtl="0" eaLnBrk="1">
              <a:lnSpc>
                <a:spcPct val="150000"/>
              </a:lnSpc>
              <a:spcBef>
                <a:spcPts val="0"/>
              </a:spcBef>
              <a:spcAft>
                <a:spcPts val="500"/>
              </a:spcAft>
              <a:buClrTx/>
              <a:buSzTx/>
              <a:buFont typeface="Wingdings" panose="05000000000000000000" charset="0"/>
              <a:buChar char=""/>
            </a:pPr>
            <a:r>
              <a:rPr lang="zh-CN" altLang="en-US" sz="1400" b="1">
                <a:solidFill>
                  <a:schemeClr val="tx1">
                    <a:lumMod val="50000"/>
                  </a:schemeClr>
                </a:solidFill>
                <a:sym typeface="+mn-ea"/>
              </a:rPr>
              <a:t>验证</a:t>
            </a:r>
            <a:r>
              <a:rPr lang="zh-CN" altLang="en-US" sz="1400">
                <a:solidFill>
                  <a:schemeClr val="tx1">
                    <a:lumMod val="50000"/>
                  </a:schemeClr>
                </a:solidFill>
                <a:sym typeface="+mn-ea"/>
              </a:rPr>
              <a:t>：验证钱包是否具有足够的余额，符合将验证与执行分开的设计逻辑；（打包者触发</a:t>
            </a:r>
            <a:r>
              <a:rPr lang="en-US" altLang="zh-CN" sz="1400">
                <a:solidFill>
                  <a:schemeClr val="tx1">
                    <a:lumMod val="50000"/>
                  </a:schemeClr>
                </a:solidFill>
                <a:sym typeface="+mn-ea"/>
              </a:rPr>
              <a:t>validatePaymasterOp</a:t>
            </a:r>
            <a:r>
              <a:rPr lang="zh-CN" altLang="en-US" sz="1400">
                <a:solidFill>
                  <a:schemeClr val="tx1">
                    <a:lumMod val="50000"/>
                  </a:schemeClr>
                </a:solidFill>
                <a:sym typeface="+mn-ea"/>
              </a:rPr>
              <a:t>方法）</a:t>
            </a:r>
            <a:endParaRPr lang="zh-CN" altLang="en-US" sz="1400">
              <a:solidFill>
                <a:schemeClr val="tx1">
                  <a:lumMod val="50000"/>
                </a:schemeClr>
              </a:solidFill>
              <a:sym typeface="+mn-ea"/>
            </a:endParaRPr>
          </a:p>
          <a:p>
            <a:pPr marL="285750" marR="0" indent="-285750" algn="l" defTabSz="457200" rtl="0" eaLnBrk="1">
              <a:lnSpc>
                <a:spcPct val="150000"/>
              </a:lnSpc>
              <a:spcBef>
                <a:spcPts val="0"/>
              </a:spcBef>
              <a:spcAft>
                <a:spcPts val="500"/>
              </a:spcAft>
              <a:buClrTx/>
              <a:buSzTx/>
              <a:buFont typeface="Wingdings" panose="05000000000000000000" charset="0"/>
              <a:buChar char=""/>
            </a:pPr>
            <a:r>
              <a:rPr lang="zh-CN" altLang="en-US" sz="1400" b="1">
                <a:solidFill>
                  <a:schemeClr val="tx1">
                    <a:lumMod val="50000"/>
                  </a:schemeClr>
                </a:solidFill>
                <a:sym typeface="+mn-ea"/>
              </a:rPr>
              <a:t>质押</a:t>
            </a:r>
            <a:r>
              <a:rPr lang="zh-CN" altLang="en-US" sz="1400">
                <a:solidFill>
                  <a:schemeClr val="tx1">
                    <a:lumMod val="50000"/>
                  </a:schemeClr>
                </a:solidFill>
                <a:sym typeface="+mn-ea"/>
              </a:rPr>
              <a:t>：</a:t>
            </a:r>
            <a:endParaRPr lang="zh-CN" altLang="en-US" sz="1400">
              <a:solidFill>
                <a:schemeClr val="tx1">
                  <a:lumMod val="50000"/>
                </a:schemeClr>
              </a:solidFill>
              <a:sym typeface="+mn-ea"/>
            </a:endParaRPr>
          </a:p>
          <a:p>
            <a:pPr marL="742950" marR="0" lvl="1" indent="-285750" algn="l" defTabSz="457200" rtl="0" eaLnBrk="1">
              <a:lnSpc>
                <a:spcPct val="150000"/>
              </a:lnSpc>
              <a:spcBef>
                <a:spcPts val="0"/>
              </a:spcBef>
              <a:spcAft>
                <a:spcPts val="500"/>
              </a:spcAft>
              <a:buClrTx/>
              <a:buSzTx/>
              <a:buFont typeface="Arial" panose="020B0604020202090204" pitchFamily="34" charset="0"/>
              <a:buChar char="•"/>
            </a:pPr>
            <a:r>
              <a:rPr lang="zh-CN" altLang="en-US" sz="1400">
                <a:solidFill>
                  <a:schemeClr val="tx1">
                    <a:lumMod val="50000"/>
                  </a:schemeClr>
                </a:solidFill>
                <a:sym typeface="+mn-ea"/>
              </a:rPr>
              <a:t>Paymaster需要在入口点合约上</a:t>
            </a:r>
            <a:r>
              <a:rPr lang="zh-CN" altLang="en-US" sz="1400">
                <a:solidFill>
                  <a:schemeClr val="tx1">
                    <a:lumMod val="50000"/>
                  </a:schemeClr>
                </a:solidFill>
                <a:highlight>
                  <a:srgbClr val="000000">
                    <a:alpha val="0"/>
                  </a:srgbClr>
                </a:highlight>
                <a:sym typeface="+mn-ea"/>
              </a:rPr>
              <a:t>存入以太坊用于支付UserOperation的ga</a:t>
            </a:r>
            <a:r>
              <a:rPr lang="en-US" altLang="zh-CN" sz="1400">
                <a:solidFill>
                  <a:schemeClr val="tx1">
                    <a:lumMod val="50000"/>
                  </a:schemeClr>
                </a:solidFill>
                <a:highlight>
                  <a:srgbClr val="000000">
                    <a:alpha val="0"/>
                  </a:srgbClr>
                </a:highlight>
                <a:sym typeface="+mn-ea"/>
              </a:rPr>
              <a:t>s</a:t>
            </a:r>
            <a:r>
              <a:rPr lang="zh-CN" altLang="en-US" sz="1400">
                <a:solidFill>
                  <a:schemeClr val="tx1">
                    <a:lumMod val="50000"/>
                  </a:schemeClr>
                </a:solidFill>
                <a:highlight>
                  <a:srgbClr val="000000">
                    <a:alpha val="0"/>
                  </a:srgbClr>
                </a:highlight>
                <a:sym typeface="+mn-ea"/>
              </a:rPr>
              <a:t>费；</a:t>
            </a:r>
            <a:endParaRPr lang="zh-CN" altLang="en-US" sz="1400">
              <a:solidFill>
                <a:schemeClr val="tx1">
                  <a:lumMod val="50000"/>
                </a:schemeClr>
              </a:solidFill>
            </a:endParaRPr>
          </a:p>
          <a:p>
            <a:pPr marL="742950" marR="0" lvl="1" indent="-285750" algn="l" defTabSz="457200" rtl="0" eaLnBrk="1">
              <a:lnSpc>
                <a:spcPct val="150000"/>
              </a:lnSpc>
              <a:spcBef>
                <a:spcPts val="0"/>
              </a:spcBef>
              <a:spcAft>
                <a:spcPts val="500"/>
              </a:spcAft>
              <a:buClrTx/>
              <a:buSzTx/>
              <a:buFont typeface="Arial" panose="020B0604020202090204" pitchFamily="34" charset="0"/>
              <a:buChar char="•"/>
            </a:pPr>
            <a:r>
              <a:rPr lang="zh-CN" altLang="en-US" sz="1400">
                <a:solidFill>
                  <a:schemeClr val="tx1">
                    <a:lumMod val="50000"/>
                  </a:schemeClr>
                </a:solidFill>
                <a:sym typeface="+mn-ea"/>
              </a:rPr>
              <a:t>需要在入口点合约上额外质押以太坊。这个质押可以防止机器人恶意批量创建Paymaster，质押不会被削减；</a:t>
            </a:r>
            <a:endParaRPr lang="zh-CN" altLang="en-US" sz="1400">
              <a:solidFill>
                <a:schemeClr val="tx1">
                  <a:lumMod val="50000"/>
                </a:schemeClr>
              </a:solidFill>
              <a:sym typeface="+mn-ea"/>
            </a:endParaRPr>
          </a:p>
          <a:p>
            <a:pPr marL="285750" marR="0" indent="-285750" algn="l" defTabSz="457200" rtl="0" eaLnBrk="1">
              <a:lnSpc>
                <a:spcPct val="150000"/>
              </a:lnSpc>
              <a:spcBef>
                <a:spcPts val="0"/>
              </a:spcBef>
              <a:spcAft>
                <a:spcPts val="500"/>
              </a:spcAft>
              <a:buClrTx/>
              <a:buSzTx/>
              <a:buFont typeface="Wingdings" panose="05000000000000000000" charset="0"/>
              <a:buChar char=""/>
            </a:pPr>
            <a:r>
              <a:rPr lang="zh-CN" altLang="en-US" sz="1400" b="1">
                <a:solidFill>
                  <a:schemeClr val="tx1">
                    <a:lumMod val="50000"/>
                  </a:schemeClr>
                </a:solidFill>
                <a:sym typeface="+mn-ea"/>
              </a:rPr>
              <a:t>取消执行</a:t>
            </a:r>
            <a:r>
              <a:rPr lang="zh-CN" altLang="en-US" sz="1400">
                <a:solidFill>
                  <a:schemeClr val="tx1">
                    <a:lumMod val="50000"/>
                  </a:schemeClr>
                </a:solidFill>
                <a:sym typeface="+mn-ea"/>
              </a:rPr>
              <a:t>：在智能合约钱包执行支付的最后一步调用，如果钱包不足以支付</a:t>
            </a:r>
            <a:r>
              <a:rPr lang="en-US" altLang="zh-CN" sz="1400">
                <a:solidFill>
                  <a:schemeClr val="tx1">
                    <a:lumMod val="50000"/>
                  </a:schemeClr>
                </a:solidFill>
                <a:sym typeface="+mn-ea"/>
              </a:rPr>
              <a:t>gas</a:t>
            </a:r>
            <a:r>
              <a:rPr lang="zh-CN" altLang="en-US" sz="1400">
                <a:solidFill>
                  <a:schemeClr val="tx1">
                    <a:lumMod val="50000"/>
                  </a:schemeClr>
                </a:solidFill>
                <a:sym typeface="+mn-ea"/>
              </a:rPr>
              <a:t>给</a:t>
            </a:r>
            <a:r>
              <a:rPr lang="en-US" altLang="zh-CN" sz="1400">
                <a:solidFill>
                  <a:schemeClr val="tx1">
                    <a:lumMod val="50000"/>
                  </a:schemeClr>
                </a:solidFill>
                <a:sym typeface="+mn-ea"/>
              </a:rPr>
              <a:t>Paymaster</a:t>
            </a:r>
            <a:r>
              <a:rPr lang="zh-CN" altLang="en-US" sz="1400">
                <a:solidFill>
                  <a:schemeClr val="tx1">
                    <a:lumMod val="50000"/>
                  </a:schemeClr>
                </a:solidFill>
                <a:sym typeface="+mn-ea"/>
              </a:rPr>
              <a:t>，调用</a:t>
            </a:r>
            <a:r>
              <a:rPr lang="en-US" altLang="zh-CN" sz="1400">
                <a:solidFill>
                  <a:schemeClr val="tx1">
                    <a:lumMod val="50000"/>
                  </a:schemeClr>
                </a:solidFill>
                <a:sym typeface="+mn-ea"/>
              </a:rPr>
              <a:t>postOp</a:t>
            </a:r>
            <a:r>
              <a:rPr lang="zh-CN" altLang="en-US" sz="1400">
                <a:solidFill>
                  <a:schemeClr val="tx1">
                    <a:lumMod val="50000"/>
                  </a:schemeClr>
                </a:solidFill>
                <a:sym typeface="+mn-ea"/>
              </a:rPr>
              <a:t>方法取消函数执行。</a:t>
            </a:r>
            <a:endParaRPr kumimoji="1" lang="en-US" altLang="zh-CN" sz="1400" dirty="0">
              <a:solidFill>
                <a:schemeClr val="tx1">
                  <a:lumMod val="50000"/>
                </a:schemeClr>
              </a:solidFill>
              <a:latin typeface="Microsoft YaHei Light" panose="020B0503020204020204" pitchFamily="34" charset="-122"/>
              <a:ea typeface="Microsoft YaHei Light" panose="020B0503020204020204" pitchFamily="34" charset="-122"/>
              <a:sym typeface="+mn-ea"/>
            </a:endParaRPr>
          </a:p>
        </p:txBody>
      </p:sp>
      <p:grpSp>
        <p:nvGrpSpPr>
          <p:cNvPr id="35" name="组合 34"/>
          <p:cNvGrpSpPr/>
          <p:nvPr/>
        </p:nvGrpSpPr>
        <p:grpSpPr>
          <a:xfrm rot="0">
            <a:off x="777875" y="2014220"/>
            <a:ext cx="2846070" cy="2846070"/>
            <a:chOff x="4483268" y="1857208"/>
            <a:chExt cx="2862547" cy="2862547"/>
          </a:xfrm>
        </p:grpSpPr>
        <p:sp>
          <p:nvSpPr>
            <p:cNvPr id="41" name="椭圆 40"/>
            <p:cNvSpPr/>
            <p:nvPr>
              <p:custDataLst>
                <p:tags r:id="rId4"/>
              </p:custDataLst>
            </p:nvPr>
          </p:nvSpPr>
          <p:spPr>
            <a:xfrm>
              <a:off x="4483268" y="1857208"/>
              <a:ext cx="2862547" cy="2862547"/>
            </a:xfrm>
            <a:prstGeom prst="ellipse">
              <a:avLst/>
            </a:prstGeom>
            <a:solidFill>
              <a:schemeClr val="bg1">
                <a:alpha val="48000"/>
              </a:schemeClr>
            </a:solidFill>
            <a:ln>
              <a:noFill/>
            </a:ln>
            <a:effectLst>
              <a:outerShdw blurRad="50800" dist="50800" dir="5400000"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2" name="椭圆 41"/>
            <p:cNvSpPr/>
            <p:nvPr>
              <p:custDataLst>
                <p:tags r:id="rId5"/>
              </p:custDataLst>
            </p:nvPr>
          </p:nvSpPr>
          <p:spPr>
            <a:xfrm>
              <a:off x="4611721" y="1985661"/>
              <a:ext cx="2605641" cy="2605641"/>
            </a:xfrm>
            <a:prstGeom prst="ellipse">
              <a:avLst/>
            </a:prstGeom>
            <a:solidFill>
              <a:srgbClr val="2964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椭圆 42"/>
            <p:cNvSpPr/>
            <p:nvPr>
              <p:custDataLst>
                <p:tags r:id="rId6"/>
              </p:custDataLst>
            </p:nvPr>
          </p:nvSpPr>
          <p:spPr>
            <a:xfrm>
              <a:off x="4912043" y="2285983"/>
              <a:ext cx="2004997" cy="2004997"/>
            </a:xfrm>
            <a:prstGeom prst="ellipse">
              <a:avLst/>
            </a:prstGeom>
            <a:solidFill>
              <a:srgbClr val="1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8" name="文本框 7"/>
          <p:cNvSpPr txBox="1"/>
          <p:nvPr>
            <p:custDataLst>
              <p:tags r:id="rId7"/>
            </p:custDataLst>
          </p:nvPr>
        </p:nvSpPr>
        <p:spPr>
          <a:xfrm>
            <a:off x="819785" y="862330"/>
            <a:ext cx="10881995" cy="7543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20000"/>
              </a:lnSpc>
              <a:spcBef>
                <a:spcPts val="0"/>
              </a:spcBef>
              <a:spcAft>
                <a:spcPts val="0"/>
              </a:spcAft>
              <a:buClrTx/>
              <a:buSzTx/>
              <a:buFontTx/>
              <a:buNone/>
            </a:pPr>
            <a:r>
              <a:rPr lang="en-US" altLang="zh-CN">
                <a:solidFill>
                  <a:schemeClr val="tx1">
                    <a:lumMod val="50000"/>
                  </a:schemeClr>
                </a:solidFill>
              </a:rPr>
              <a:t>paymaster</a:t>
            </a:r>
            <a:r>
              <a:rPr lang="zh-CN" altLang="en-US">
                <a:solidFill>
                  <a:schemeClr val="tx1">
                    <a:lumMod val="50000"/>
                  </a:schemeClr>
                </a:solidFill>
              </a:rPr>
              <a:t>：</a:t>
            </a:r>
            <a:r>
              <a:rPr lang="zh-CN" altLang="en-US">
                <a:solidFill>
                  <a:schemeClr val="tx1">
                    <a:lumMod val="50000"/>
                  </a:schemeClr>
                </a:solidFill>
                <a:sym typeface="+mn-ea"/>
              </a:rPr>
              <a:t>定义了智能合约钱包的gas抽象的逻辑。Gas抽象的形式包括</a:t>
            </a:r>
            <a:r>
              <a:rPr lang="zh-CN" altLang="en-US">
                <a:solidFill>
                  <a:schemeClr val="tx1">
                    <a:lumMod val="50000"/>
                  </a:schemeClr>
                </a:solidFill>
                <a:sym typeface="+mn-ea"/>
              </a:rPr>
              <a:t>用ERC20同质化代币支付以太坊gas和无需gas交易，两种都可以由Paymaster来实现。</a:t>
            </a:r>
            <a:endParaRPr lang="en-US" altLang="zh-CN">
              <a:solidFill>
                <a:schemeClr val="tx1">
                  <a:lumMod val="50000"/>
                </a:schemeClr>
              </a:solidFill>
              <a:sym typeface="+mn-ea"/>
            </a:endParaRPr>
          </a:p>
        </p:txBody>
      </p:sp>
      <p:grpSp>
        <p:nvGrpSpPr>
          <p:cNvPr id="3" name="组合 2"/>
          <p:cNvGrpSpPr/>
          <p:nvPr/>
        </p:nvGrpSpPr>
        <p:grpSpPr>
          <a:xfrm>
            <a:off x="400050" y="5433695"/>
            <a:ext cx="11447780" cy="934085"/>
            <a:chOff x="630" y="8557"/>
            <a:chExt cx="18028" cy="1471"/>
          </a:xfrm>
        </p:grpSpPr>
        <p:sp>
          <p:nvSpPr>
            <p:cNvPr id="57" name="圆角矩形 56"/>
            <p:cNvSpPr/>
            <p:nvPr>
              <p:custDataLst>
                <p:tags r:id="rId8"/>
              </p:custDataLst>
            </p:nvPr>
          </p:nvSpPr>
          <p:spPr>
            <a:xfrm>
              <a:off x="630" y="8557"/>
              <a:ext cx="18028" cy="1471"/>
            </a:xfrm>
            <a:prstGeom prst="roundRect">
              <a:avLst/>
            </a:prstGeom>
            <a:ln>
              <a:noFill/>
            </a:ln>
            <a:effectLst>
              <a:outerShdw blurRad="275433" dist="38100" dir="3900000" algn="tl" rotWithShape="0">
                <a:schemeClr val="accent1">
                  <a:lumMod val="75000"/>
                  <a:alpha val="4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4" name="文本框 13"/>
            <p:cNvSpPr txBox="1"/>
            <p:nvPr>
              <p:custDataLst>
                <p:tags r:id="rId9"/>
              </p:custDataLst>
            </p:nvPr>
          </p:nvSpPr>
          <p:spPr>
            <a:xfrm>
              <a:off x="1290" y="8695"/>
              <a:ext cx="17138" cy="11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457200" rtl="0" fontAlgn="auto" latinLnBrk="0" hangingPunct="0">
                <a:lnSpc>
                  <a:spcPct val="120000"/>
                </a:lnSpc>
                <a:spcBef>
                  <a:spcPts val="0"/>
                </a:spcBef>
                <a:spcAft>
                  <a:spcPts val="0"/>
                </a:spcAft>
                <a:buClrTx/>
                <a:buSzTx/>
                <a:buFontTx/>
                <a:buNone/>
              </a:pPr>
              <a:r>
                <a:rPr lang="en-US" altLang="zh-CN">
                  <a:solidFill>
                    <a:schemeClr val="bg1"/>
                  </a:solidFill>
                </a:rPr>
                <a:t>paymaster</a:t>
              </a:r>
              <a:r>
                <a:rPr lang="zh-CN" altLang="en-US">
                  <a:solidFill>
                    <a:schemeClr val="bg1"/>
                  </a:solidFill>
                </a:rPr>
                <a:t>是一个充满竞争的开放市场，</a:t>
              </a:r>
              <a:r>
                <a:rPr lang="en-US" altLang="zh-CN">
                  <a:solidFill>
                    <a:schemeClr val="bg1"/>
                  </a:solidFill>
                </a:rPr>
                <a:t>bundler</a:t>
              </a:r>
              <a:r>
                <a:rPr lang="zh-CN" altLang="en-US">
                  <a:solidFill>
                    <a:schemeClr val="bg1"/>
                  </a:solidFill>
                </a:rPr>
                <a:t>可以在链下记录</a:t>
              </a:r>
              <a:r>
                <a:rPr lang="en-US" altLang="zh-CN">
                  <a:solidFill>
                    <a:schemeClr val="bg1"/>
                  </a:solidFill>
                </a:rPr>
                <a:t>paymaster</a:t>
              </a:r>
              <a:r>
                <a:rPr lang="zh-CN" altLang="en-US">
                  <a:solidFill>
                    <a:schemeClr val="bg1"/>
                  </a:solidFill>
                </a:rPr>
                <a:t>的服务质量并停止使用质量较低的</a:t>
              </a:r>
              <a:r>
                <a:rPr lang="en-US" altLang="zh-CN">
                  <a:solidFill>
                    <a:schemeClr val="bg1"/>
                  </a:solidFill>
                </a:rPr>
                <a:t>paymaster</a:t>
              </a:r>
              <a:r>
                <a:rPr lang="zh-CN" altLang="en-US">
                  <a:solidFill>
                    <a:schemeClr val="bg1"/>
                  </a:solidFill>
                </a:rPr>
                <a:t>，从而激励</a:t>
              </a:r>
              <a:r>
                <a:rPr lang="en-US" altLang="zh-CN">
                  <a:solidFill>
                    <a:schemeClr val="bg1"/>
                  </a:solidFill>
                </a:rPr>
                <a:t>paymaster</a:t>
              </a:r>
              <a:r>
                <a:rPr lang="zh-CN" altLang="en-US">
                  <a:solidFill>
                    <a:schemeClr val="bg1"/>
                  </a:solidFill>
                </a:rPr>
                <a:t>为</a:t>
              </a:r>
              <a:r>
                <a:rPr lang="en-US" altLang="zh-CN">
                  <a:solidFill>
                    <a:schemeClr val="bg1"/>
                  </a:solidFill>
                </a:rPr>
                <a:t>UserOperation</a:t>
              </a:r>
              <a:r>
                <a:rPr lang="zh-CN" altLang="en-US">
                  <a:solidFill>
                    <a:schemeClr val="bg1"/>
                  </a:solidFill>
                </a:rPr>
                <a:t>提供更加可靠的服务。</a:t>
              </a:r>
              <a:endParaRPr lang="zh-CN" altLang="en-US">
                <a:solidFill>
                  <a:schemeClr val="bg1"/>
                </a:solidFill>
              </a:endParaRPr>
            </a:p>
          </p:txBody>
        </p:sp>
      </p:grpSp>
      <p:sp>
        <p:nvSpPr>
          <p:cNvPr id="26" name="联易融简介/COMPANY PROFILE"/>
          <p:cNvSpPr txBox="1"/>
          <p:nvPr>
            <p:custDataLst>
              <p:tags r:id="rId10"/>
            </p:custDataLst>
          </p:nvPr>
        </p:nvSpPr>
        <p:spPr>
          <a:xfrm>
            <a:off x="1434783" y="3018790"/>
            <a:ext cx="1532255" cy="429895"/>
          </a:xfrm>
          <a:prstGeom prst="rect">
            <a:avLst/>
          </a:prstGeom>
          <a:ln w="12700">
            <a:miter lim="400000"/>
          </a:ln>
        </p:spPr>
        <p:txBody>
          <a:bodyPr wrap="square" lIns="45719" rIns="45719">
            <a:spAutoFit/>
          </a:bodyPr>
          <a:lstStyle/>
          <a:p>
            <a:pPr algn="ctr">
              <a:lnSpc>
                <a:spcPct val="110000"/>
              </a:lnSpc>
              <a:defRPr sz="2500">
                <a:solidFill>
                  <a:srgbClr val="2864FF"/>
                </a:solidFill>
                <a:latin typeface="Source Han Sans CN Medium" panose="020B0500000000000000" charset="-122"/>
                <a:ea typeface="Source Han Sans CN Medium" panose="020B0500000000000000" charset="-122"/>
                <a:cs typeface="Source Han Sans CN Medium" panose="020B0500000000000000" charset="-122"/>
                <a:sym typeface="Source Han Sans CN Medium" panose="020B0500000000000000" charset="-122"/>
              </a:defRPr>
            </a:pPr>
            <a:r>
              <a:rPr lang="zh-CN" altLang="en-US" sz="2000" b="1" spc="300" dirty="0">
                <a:solidFill>
                  <a:schemeClr val="bg1"/>
                </a:solidFill>
                <a:latin typeface="微软雅黑" panose="020B0503020204020204" pitchFamily="34" charset="-122"/>
                <a:ea typeface="微软雅黑" panose="020B0503020204020204" pitchFamily="34" charset="-122"/>
              </a:rPr>
              <a:t>功能实现</a:t>
            </a:r>
            <a:endParaRPr lang="zh-CN" altLang="en-US" sz="2000" b="1" spc="300" dirty="0">
              <a:solidFill>
                <a:schemeClr val="bg1"/>
              </a:solidFill>
              <a:latin typeface="微软雅黑" panose="020B0503020204020204" pitchFamily="34" charset="-122"/>
              <a:ea typeface="微软雅黑" panose="020B0503020204020204" pitchFamily="34" charset="-122"/>
            </a:endParaRPr>
          </a:p>
        </p:txBody>
      </p:sp>
      <p:pic>
        <p:nvPicPr>
          <p:cNvPr id="2" name="图形 73"/>
          <p:cNvPicPr>
            <a:picLocks noChangeAspect="1"/>
          </p:cNvPicPr>
          <p:nvPr>
            <p:custDataLst>
              <p:tags r:id="rId11"/>
            </p:custDataLst>
          </p:nvPr>
        </p:nvPicPr>
        <p:blipFill>
          <a:blip r:embed="rId12" cstate="email">
            <a:extLst>
              <a:ext uri="{96DAC541-7B7A-43D3-8B79-37D633B846F1}">
                <asvg:svgBlip xmlns:asvg="http://schemas.microsoft.com/office/drawing/2016/SVG/main" r:embed="rId13"/>
              </a:ext>
            </a:extLst>
          </a:blip>
          <a:stretch>
            <a:fillRect/>
          </a:stretch>
        </p:blipFill>
        <p:spPr>
          <a:xfrm>
            <a:off x="2017078" y="3600450"/>
            <a:ext cx="367665" cy="367665"/>
          </a:xfrm>
          <a:prstGeom prst="rect">
            <a:avLst/>
          </a:prstGeom>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675005" y="1791335"/>
            <a:ext cx="3535680" cy="4596765"/>
          </a:xfrm>
          <a:prstGeom prst="roundRect">
            <a:avLst>
              <a:gd name="adj" fmla="val 7974"/>
            </a:avLst>
          </a:prstGeom>
          <a:noFill/>
          <a:ln w="25400" cap="flat">
            <a:solidFill>
              <a:schemeClr val="accent6"/>
            </a:solidFill>
            <a:prstDash val="solid"/>
            <a:rou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solidFill>
                  <a:srgbClr val="FF8F00"/>
                </a:solidFill>
              </a:ln>
              <a:solidFill>
                <a:srgbClr val="4B4B4B"/>
              </a:solidFill>
              <a:effectLst/>
              <a:uFillTx/>
              <a:latin typeface="+mn-lt"/>
              <a:ea typeface="+mn-ea"/>
              <a:cs typeface="+mn-cs"/>
              <a:sym typeface="Calibri" panose="020F0502020204030204"/>
            </a:endParaRPr>
          </a:p>
        </p:txBody>
      </p:sp>
      <p:sp>
        <p:nvSpPr>
          <p:cNvPr id="69" name="幻灯片编号"/>
          <p:cNvSpPr txBox="1">
            <a:spLocks noGrp="1"/>
          </p:cNvSpPr>
          <p:nvPr>
            <p:ph type="sldNum" sz="quarter" idx="4294967295"/>
          </p:nvPr>
        </p:nvSpPr>
        <p:spPr>
          <a:xfrm>
            <a:off x="11526983" y="6489744"/>
            <a:ext cx="547254" cy="215856"/>
          </a:xfrm>
          <a:prstGeom prst="rect">
            <a:avLst/>
          </a:prstGeom>
        </p:spPr>
        <p:txBody>
          <a:bodyPr/>
          <a:lstStyle>
            <a:lvl1pPr defTabSz="457200">
              <a:defRPr>
                <a:solidFill>
                  <a:srgbClr val="FFFFFF"/>
                </a:solidFill>
              </a:defRPr>
            </a:lvl1pPr>
          </a:lstStyle>
          <a:p>
            <a:fld id="{86CB4B4D-7CA3-9044-876B-883B54F8677D}" type="slidenum">
              <a:rPr sz="1400">
                <a:solidFill>
                  <a:schemeClr val="tx1"/>
                </a:solidFill>
                <a:latin typeface="Arial" panose="020B0604020202090204" pitchFamily="34" charset="0"/>
                <a:ea typeface="方正兰亭黑简体" panose="02000000000000000000" pitchFamily="2" charset="-122"/>
                <a:sym typeface="Arial" panose="020B0604020202090204" pitchFamily="34" charset="0"/>
              </a:rPr>
            </a:fld>
            <a:endParaRPr sz="1400" dirty="0">
              <a:solidFill>
                <a:schemeClr val="tx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70" name="此处添加标题/Add title here"/>
          <p:cNvSpPr txBox="1"/>
          <p:nvPr/>
        </p:nvSpPr>
        <p:spPr>
          <a:xfrm>
            <a:off x="930063" y="199024"/>
            <a:ext cx="2630170" cy="437515"/>
          </a:xfrm>
          <a:prstGeom prst="rect">
            <a:avLst/>
          </a:prstGeom>
          <a:ln w="12700">
            <a:miter lim="400000"/>
          </a:ln>
        </p:spPr>
        <p:txBody>
          <a:bodyPr wrap="none" lIns="45719" rIns="45719">
            <a:spAutoFit/>
          </a:bodyPr>
          <a:lstStyle>
            <a:lvl1pPr defTabSz="914400">
              <a:lnSpc>
                <a:spcPct val="90000"/>
              </a:lnSpc>
              <a:defRPr sz="2500">
                <a:solidFill>
                  <a:srgbClr val="2864FF"/>
                </a:solidFill>
                <a:latin typeface="Source Han Sans CN Medium"/>
                <a:ea typeface="Source Han Sans CN Medium"/>
                <a:cs typeface="Source Han Sans CN Medium"/>
                <a:sym typeface="Source Han Sans CN Medium"/>
              </a:defRPr>
            </a:lvl1pPr>
          </a:lstStyle>
          <a:p>
            <a:r>
              <a:rPr lang="zh-CN" altLang="en-US" dirty="0" smtClean="0">
                <a:latin typeface="Arial" panose="020B0604020202090204" pitchFamily="34" charset="0"/>
                <a:ea typeface="方正兰亭黑简体" panose="02000000000000000000" pitchFamily="2" charset="-122"/>
                <a:sym typeface="Arial" panose="020B0604020202090204" pitchFamily="34" charset="0"/>
              </a:rPr>
              <a:t>商业产品实现</a:t>
            </a:r>
            <a:r>
              <a:rPr lang="zh-CN" altLang="en-US" dirty="0" smtClean="0">
                <a:latin typeface="Arial" panose="020B0604020202090204" pitchFamily="34" charset="0"/>
                <a:ea typeface="方正兰亭黑简体" panose="02000000000000000000" pitchFamily="2" charset="-122"/>
                <a:sym typeface="Arial" panose="020B0604020202090204" pitchFamily="34" charset="0"/>
              </a:rPr>
              <a:t>简介</a:t>
            </a:r>
            <a:endParaRPr lang="zh-CN" altLang="en-US" dirty="0" smtClean="0">
              <a:latin typeface="Arial" panose="020B0604020202090204" pitchFamily="34" charset="0"/>
              <a:ea typeface="方正兰亭黑简体" panose="02000000000000000000" pitchFamily="2" charset="-122"/>
              <a:sym typeface="Arial" panose="020B0604020202090204" pitchFamily="34" charset="0"/>
            </a:endParaRPr>
          </a:p>
        </p:txBody>
      </p:sp>
      <p:pic>
        <p:nvPicPr>
          <p:cNvPr id="71" name="图像" descr="图像"/>
          <p:cNvPicPr>
            <a:picLocks noChangeAspect="1"/>
          </p:cNvPicPr>
          <p:nvPr/>
        </p:nvPicPr>
        <p:blipFill>
          <a:blip r:embed="rId1"/>
          <a:stretch>
            <a:fillRect/>
          </a:stretch>
        </p:blipFill>
        <p:spPr>
          <a:xfrm>
            <a:off x="-6929" y="-6659"/>
            <a:ext cx="826658" cy="826658"/>
          </a:xfrm>
          <a:prstGeom prst="rect">
            <a:avLst/>
          </a:prstGeom>
          <a:ln w="12700">
            <a:miter lim="400000"/>
            <a:headEnd/>
            <a:tailEnd/>
          </a:ln>
        </p:spPr>
      </p:pic>
      <p:grpSp>
        <p:nvGrpSpPr>
          <p:cNvPr id="24" name="组合 23"/>
          <p:cNvGrpSpPr/>
          <p:nvPr/>
        </p:nvGrpSpPr>
        <p:grpSpPr>
          <a:xfrm>
            <a:off x="2131060" y="1615440"/>
            <a:ext cx="1882140" cy="4869815"/>
            <a:chOff x="2896" y="2339"/>
            <a:chExt cx="2886" cy="7192"/>
          </a:xfrm>
        </p:grpSpPr>
        <p:sp>
          <p:nvSpPr>
            <p:cNvPr id="23" name="等腰三角形 22"/>
            <p:cNvSpPr/>
            <p:nvPr>
              <p:custDataLst>
                <p:tags r:id="rId2"/>
              </p:custDataLst>
            </p:nvPr>
          </p:nvSpPr>
          <p:spPr>
            <a:xfrm rot="10800000">
              <a:off x="2896" y="9235"/>
              <a:ext cx="519" cy="297"/>
            </a:xfrm>
            <a:prstGeom prst="triangle">
              <a:avLst/>
            </a:prstGeom>
            <a:solidFill>
              <a:schemeClr val="accent5"/>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grpSp>
          <p:nvGrpSpPr>
            <p:cNvPr id="21" name="组合 20"/>
            <p:cNvGrpSpPr/>
            <p:nvPr/>
          </p:nvGrpSpPr>
          <p:grpSpPr>
            <a:xfrm>
              <a:off x="2896" y="2339"/>
              <a:ext cx="2887" cy="7183"/>
              <a:chOff x="2896" y="2258"/>
              <a:chExt cx="2887" cy="7264"/>
            </a:xfrm>
          </p:grpSpPr>
          <p:sp>
            <p:nvSpPr>
              <p:cNvPr id="20" name="等腰三角形 19"/>
              <p:cNvSpPr/>
              <p:nvPr/>
            </p:nvSpPr>
            <p:spPr>
              <a:xfrm>
                <a:off x="2896" y="2265"/>
                <a:ext cx="519" cy="300"/>
              </a:xfrm>
              <a:prstGeom prst="triangle">
                <a:avLst/>
              </a:prstGeom>
              <a:solidFill>
                <a:schemeClr val="accent5"/>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sp>
            <p:nvSpPr>
              <p:cNvPr id="16" name="矩形 15"/>
              <p:cNvSpPr/>
              <p:nvPr/>
            </p:nvSpPr>
            <p:spPr>
              <a:xfrm rot="5400000">
                <a:off x="835" y="4574"/>
                <a:ext cx="7265" cy="2632"/>
              </a:xfrm>
              <a:prstGeom prst="rect">
                <a:avLst/>
              </a:prstGeom>
              <a:solidFill>
                <a:schemeClr val="accent4">
                  <a:lumMod val="20000"/>
                  <a:lumOff val="80000"/>
                </a:schemeClr>
              </a:solidFill>
              <a:ln w="25400" cap="flat">
                <a:noFill/>
                <a:prstDash val="solid"/>
                <a:round/>
              </a:ln>
              <a:effectLst>
                <a:outerShdw blurRad="50800" dist="38100" dir="8100000" algn="tr"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smtClean="0">
                  <a:ln>
                    <a:noFill/>
                  </a:ln>
                  <a:solidFill>
                    <a:srgbClr val="4B4B4B"/>
                  </a:solidFill>
                  <a:effectLst/>
                  <a:uFillTx/>
                  <a:latin typeface="+mn-lt"/>
                  <a:ea typeface="+mn-ea"/>
                  <a:cs typeface="+mn-cs"/>
                  <a:sym typeface="Calibri" panose="020F0502020204030204"/>
                </a:endParaRPr>
              </a:p>
            </p:txBody>
          </p:sp>
        </p:grpSp>
      </p:grpSp>
      <p:graphicFrame>
        <p:nvGraphicFramePr>
          <p:cNvPr id="2" name="表格 1"/>
          <p:cNvGraphicFramePr/>
          <p:nvPr>
            <p:custDataLst>
              <p:tags r:id="rId3"/>
            </p:custDataLst>
          </p:nvPr>
        </p:nvGraphicFramePr>
        <p:xfrm>
          <a:off x="4792980" y="1560830"/>
          <a:ext cx="6809105" cy="4540250"/>
        </p:xfrm>
        <a:graphic>
          <a:graphicData uri="http://schemas.openxmlformats.org/drawingml/2006/table">
            <a:tbl>
              <a:tblPr firstRow="1" bandRow="1">
                <a:tableStyleId>{5C22544A-7EE6-4342-B048-85BDC9FD1C3A}</a:tableStyleId>
              </a:tblPr>
              <a:tblGrid>
                <a:gridCol w="1565910"/>
                <a:gridCol w="800735"/>
                <a:gridCol w="4442460"/>
              </a:tblGrid>
              <a:tr h="591820">
                <a:tc>
                  <a:txBody>
                    <a:bodyPr/>
                    <a:p>
                      <a:pPr algn="ctr">
                        <a:lnSpc>
                          <a:spcPct val="150000"/>
                        </a:lnSpc>
                        <a:buNone/>
                      </a:pPr>
                      <a:r>
                        <a:rPr lang="zh-CN" altLang="en-US" sz="1600"/>
                        <a:t>名称</a:t>
                      </a:r>
                      <a:endParaRPr lang="zh-CN" altLang="en-US" sz="1600"/>
                    </a:p>
                  </a:txBody>
                  <a:tcPr anchor="ctr" anchorCtr="0">
                    <a:solidFill>
                      <a:schemeClr val="accent2"/>
                    </a:solidFill>
                  </a:tcPr>
                </a:tc>
                <a:tc>
                  <a:txBody>
                    <a:bodyPr/>
                    <a:p>
                      <a:pPr algn="ctr">
                        <a:buNone/>
                      </a:pPr>
                      <a:r>
                        <a:rPr lang="zh-CN" altLang="en-US" sz="1600"/>
                        <a:t>类型</a:t>
                      </a:r>
                      <a:endParaRPr lang="zh-CN" altLang="en-US" sz="1600"/>
                    </a:p>
                  </a:txBody>
                  <a:tcPr anchor="ctr" anchorCtr="0">
                    <a:solidFill>
                      <a:schemeClr val="accent2"/>
                    </a:solidFill>
                  </a:tcPr>
                </a:tc>
                <a:tc>
                  <a:txBody>
                    <a:bodyPr/>
                    <a:p>
                      <a:pPr algn="ctr">
                        <a:buNone/>
                      </a:pPr>
                      <a:r>
                        <a:rPr lang="zh-CN" altLang="en-US" sz="1600"/>
                        <a:t>功能</a:t>
                      </a:r>
                      <a:endParaRPr lang="zh-CN" altLang="en-US" sz="1600"/>
                    </a:p>
                  </a:txBody>
                  <a:tcPr anchor="ctr" anchorCtr="0">
                    <a:solidFill>
                      <a:schemeClr val="accent2"/>
                    </a:solidFill>
                  </a:tcPr>
                </a:tc>
              </a:tr>
              <a:tr h="706120">
                <a:tc>
                  <a:txBody>
                    <a:bodyPr/>
                    <a:p>
                      <a:pPr algn="ctr">
                        <a:lnSpc>
                          <a:spcPct val="150000"/>
                        </a:lnSpc>
                        <a:buNone/>
                      </a:pPr>
                      <a:r>
                        <a:rPr lang="zh-CN" altLang="en-US" sz="1400"/>
                        <a:t>Argent</a:t>
                      </a:r>
                      <a:endParaRPr lang="zh-CN" altLang="en-US" sz="1400"/>
                    </a:p>
                  </a:txBody>
                  <a:tcPr>
                    <a:solidFill>
                      <a:schemeClr val="bg1"/>
                    </a:solidFill>
                  </a:tcPr>
                </a:tc>
                <a:tc>
                  <a:txBody>
                    <a:bodyPr/>
                    <a:p>
                      <a:pPr algn="ctr">
                        <a:lnSpc>
                          <a:spcPct val="140000"/>
                        </a:lnSpc>
                        <a:buNone/>
                      </a:pPr>
                      <a:endParaRPr lang="zh-CN" altLang="en-US"/>
                    </a:p>
                    <a:p>
                      <a:pPr algn="ctr">
                        <a:lnSpc>
                          <a:spcPct val="0"/>
                        </a:lnSpc>
                        <a:buNone/>
                      </a:pPr>
                      <a:r>
                        <a:rPr lang="zh-CN" altLang="en-US"/>
                        <a:t>钱包</a:t>
                      </a:r>
                      <a:endParaRPr lang="zh-CN" altLang="en-US"/>
                    </a:p>
                  </a:txBody>
                  <a:tcPr>
                    <a:solidFill>
                      <a:schemeClr val="bg1"/>
                    </a:solidFill>
                  </a:tcPr>
                </a:tc>
                <a:tc>
                  <a:txBody>
                    <a:bodyPr/>
                    <a:p>
                      <a:pPr algn="l">
                        <a:lnSpc>
                          <a:spcPct val="120000"/>
                        </a:lnSpc>
                        <a:buNone/>
                      </a:pPr>
                      <a:r>
                        <a:rPr lang="zh-CN" altLang="en-US"/>
                        <a:t>基于以太坊的智能钱包，包括社交恢复、无需以 ETH 作为 gas 费（采用 Meta</a:t>
                      </a:r>
                      <a:r>
                        <a:rPr lang="en-US" altLang="zh-CN"/>
                        <a:t> </a:t>
                      </a:r>
                      <a:r>
                        <a:rPr lang="zh-CN" altLang="en-US"/>
                        <a:t>Transaction 技术实现用户在不拥有 ETH 的情况下发送交易）</a:t>
                      </a:r>
                      <a:endParaRPr lang="zh-CN" altLang="en-US"/>
                    </a:p>
                  </a:txBody>
                  <a:tcPr>
                    <a:solidFill>
                      <a:schemeClr val="bg1"/>
                    </a:solidFill>
                  </a:tcPr>
                </a:tc>
              </a:tr>
              <a:tr h="504825">
                <a:tc>
                  <a:txBody>
                    <a:bodyPr/>
                    <a:p>
                      <a:pPr algn="ctr">
                        <a:lnSpc>
                          <a:spcPct val="150000"/>
                        </a:lnSpc>
                        <a:buNone/>
                      </a:pPr>
                      <a:r>
                        <a:rPr lang="zh-CN" altLang="en-US" sz="1400"/>
                        <a:t>Avocado</a:t>
                      </a:r>
                      <a:endParaRPr lang="zh-CN" altLang="en-US" sz="1400"/>
                    </a:p>
                  </a:txBody>
                  <a:tcPr>
                    <a:solidFill>
                      <a:srgbClr val="E8EAFF"/>
                    </a:solidFill>
                  </a:tcPr>
                </a:tc>
                <a:tc>
                  <a:txBody>
                    <a:bodyPr/>
                    <a:p>
                      <a:pPr algn="ctr">
                        <a:lnSpc>
                          <a:spcPct val="150000"/>
                        </a:lnSpc>
                        <a:buNone/>
                      </a:pPr>
                      <a:r>
                        <a:rPr lang="zh-CN" altLang="en-US"/>
                        <a:t>钱包</a:t>
                      </a:r>
                      <a:endParaRPr lang="zh-CN" altLang="en-US"/>
                    </a:p>
                  </a:txBody>
                  <a:tcPr>
                    <a:solidFill>
                      <a:srgbClr val="E8EAFF"/>
                    </a:solidFill>
                  </a:tcPr>
                </a:tc>
                <a:tc>
                  <a:txBody>
                    <a:bodyPr/>
                    <a:p>
                      <a:pPr algn="l">
                        <a:lnSpc>
                          <a:spcPct val="120000"/>
                        </a:lnSpc>
                        <a:buNone/>
                      </a:pPr>
                      <a:r>
                        <a:rPr lang="zh-CN" altLang="en-US"/>
                        <a:t>支持硬件钱包集成，且采用去中心化身份验证和多因素身份验证等技术，确保只有授权用户才能访问钱包和进行交易操作</a:t>
                      </a:r>
                      <a:endParaRPr lang="zh-CN" altLang="en-US"/>
                    </a:p>
                  </a:txBody>
                  <a:tcPr>
                    <a:solidFill>
                      <a:srgbClr val="E8EAFF"/>
                    </a:solidFill>
                  </a:tcPr>
                </a:tc>
              </a:tr>
              <a:tr h="504190">
                <a:tc>
                  <a:txBody>
                    <a:bodyPr/>
                    <a:p>
                      <a:pPr algn="ctr">
                        <a:lnSpc>
                          <a:spcPct val="150000"/>
                        </a:lnSpc>
                        <a:buNone/>
                      </a:pPr>
                      <a:r>
                        <a:rPr lang="zh-CN" altLang="en-US" sz="1400"/>
                        <a:t>Braavos</a:t>
                      </a:r>
                      <a:endParaRPr lang="zh-CN" altLang="en-US" sz="1400"/>
                    </a:p>
                  </a:txBody>
                  <a:tcPr>
                    <a:solidFill>
                      <a:schemeClr val="bg1"/>
                    </a:solidFill>
                  </a:tcPr>
                </a:tc>
                <a:tc>
                  <a:txBody>
                    <a:bodyPr/>
                    <a:p>
                      <a:pPr algn="ctr">
                        <a:lnSpc>
                          <a:spcPct val="160000"/>
                        </a:lnSpc>
                        <a:buNone/>
                      </a:pPr>
                      <a:r>
                        <a:rPr lang="zh-CN" altLang="en-US"/>
                        <a:t>钱包</a:t>
                      </a:r>
                      <a:endParaRPr lang="zh-CN" altLang="en-US"/>
                    </a:p>
                  </a:txBody>
                  <a:tcPr>
                    <a:solidFill>
                      <a:schemeClr val="bg1"/>
                    </a:solidFill>
                  </a:tcPr>
                </a:tc>
                <a:tc>
                  <a:txBody>
                    <a:bodyPr/>
                    <a:p>
                      <a:pPr algn="l">
                        <a:lnSpc>
                          <a:spcPct val="120000"/>
                        </a:lnSpc>
                        <a:buNone/>
                      </a:pPr>
                      <a:r>
                        <a:rPr lang="zh-CN" altLang="en-US"/>
                        <a:t>建立在 Starknet 上的智能合约钱包，提供了一种简单的方式来管理多个账户，并为应用程序提供了一个统一接口</a:t>
                      </a:r>
                      <a:endParaRPr lang="zh-CN" altLang="en-US"/>
                    </a:p>
                  </a:txBody>
                  <a:tcPr>
                    <a:solidFill>
                      <a:schemeClr val="bg1"/>
                    </a:solidFill>
                  </a:tcPr>
                </a:tc>
              </a:tr>
              <a:tr h="504190">
                <a:tc>
                  <a:txBody>
                    <a:bodyPr/>
                    <a:p>
                      <a:pPr algn="ctr">
                        <a:lnSpc>
                          <a:spcPct val="150000"/>
                        </a:lnSpc>
                        <a:buNone/>
                      </a:pPr>
                      <a:r>
                        <a:rPr lang="zh-CN" altLang="en-US" sz="1400"/>
                        <a:t>UniPass Wallet</a:t>
                      </a:r>
                      <a:endParaRPr lang="zh-CN" altLang="en-US" sz="1400"/>
                    </a:p>
                  </a:txBody>
                  <a:tcPr/>
                </a:tc>
                <a:tc>
                  <a:txBody>
                    <a:bodyPr/>
                    <a:p>
                      <a:pPr algn="ctr">
                        <a:lnSpc>
                          <a:spcPct val="170000"/>
                        </a:lnSpc>
                        <a:buNone/>
                      </a:pPr>
                      <a:r>
                        <a:rPr lang="zh-CN" altLang="en-US"/>
                        <a:t>钱包</a:t>
                      </a:r>
                      <a:endParaRPr lang="zh-CN" altLang="en-US"/>
                    </a:p>
                  </a:txBody>
                  <a:tcPr/>
                </a:tc>
                <a:tc>
                  <a:txBody>
                    <a:bodyPr/>
                    <a:p>
                      <a:pPr algn="l">
                        <a:lnSpc>
                          <a:spcPct val="120000"/>
                        </a:lnSpc>
                        <a:buNone/>
                      </a:pPr>
                      <a:r>
                        <a:rPr lang="zh-CN" altLang="en-US"/>
                        <a:t>这是一款支持链上 Email 社交恢复的智能合约钱包解决方案，旨在提供 Web2 用户熟悉的使用体验，目前兼容 ERC-4337</a:t>
                      </a:r>
                      <a:endParaRPr lang="zh-CN" altLang="en-US"/>
                    </a:p>
                  </a:txBody>
                  <a:tcPr/>
                </a:tc>
              </a:tr>
              <a:tr h="504825">
                <a:tc>
                  <a:txBody>
                    <a:bodyPr/>
                    <a:p>
                      <a:pPr algn="ctr">
                        <a:lnSpc>
                          <a:spcPct val="150000"/>
                        </a:lnSpc>
                        <a:buNone/>
                      </a:pPr>
                      <a:r>
                        <a:rPr lang="zh-CN" altLang="en-US" sz="1400"/>
                        <a:t>Soul Wallet</a:t>
                      </a:r>
                      <a:endParaRPr lang="zh-CN" altLang="en-US" sz="1400"/>
                    </a:p>
                  </a:txBody>
                  <a:tcPr>
                    <a:solidFill>
                      <a:schemeClr val="bg1"/>
                    </a:solidFill>
                  </a:tcPr>
                </a:tc>
                <a:tc>
                  <a:txBody>
                    <a:bodyPr/>
                    <a:p>
                      <a:pPr algn="ctr">
                        <a:lnSpc>
                          <a:spcPct val="170000"/>
                        </a:lnSpc>
                        <a:buNone/>
                      </a:pPr>
                      <a:r>
                        <a:rPr lang="zh-CN" altLang="en-US"/>
                        <a:t>钱包</a:t>
                      </a:r>
                      <a:endParaRPr lang="zh-CN" altLang="en-US"/>
                    </a:p>
                  </a:txBody>
                  <a:tcPr>
                    <a:solidFill>
                      <a:schemeClr val="bg1"/>
                    </a:solidFill>
                  </a:tcPr>
                </a:tc>
                <a:tc>
                  <a:txBody>
                    <a:bodyPr/>
                    <a:p>
                      <a:pPr algn="l">
                        <a:lnSpc>
                          <a:spcPct val="120000"/>
                        </a:lnSpc>
                        <a:buNone/>
                      </a:pPr>
                      <a:r>
                        <a:rPr lang="zh-CN" altLang="en-US"/>
                        <a:t>用户可以</a:t>
                      </a:r>
                      <a:r>
                        <a:rPr lang="zh-CN" altLang="en-US"/>
                        <a:t>在不需要助记词的情况下创建钱包，通过改变签名密钥来保持钱包。无需 gas fee、且可以将多笔交易捆绑在一起</a:t>
                      </a:r>
                      <a:endParaRPr lang="zh-CN" altLang="en-US"/>
                    </a:p>
                  </a:txBody>
                  <a:tcPr>
                    <a:solidFill>
                      <a:schemeClr val="bg1"/>
                    </a:solidFill>
                  </a:tcPr>
                </a:tc>
              </a:tr>
              <a:tr h="706120">
                <a:tc>
                  <a:txBody>
                    <a:bodyPr/>
                    <a:p>
                      <a:pPr algn="ctr">
                        <a:lnSpc>
                          <a:spcPct val="190000"/>
                        </a:lnSpc>
                        <a:buNone/>
                      </a:pPr>
                      <a:r>
                        <a:rPr lang="zh-CN" altLang="en-US" sz="1400"/>
                        <a:t>Versa</a:t>
                      </a:r>
                      <a:endParaRPr lang="zh-CN" altLang="en-US" sz="1400"/>
                    </a:p>
                  </a:txBody>
                  <a:tcPr/>
                </a:tc>
                <a:tc>
                  <a:txBody>
                    <a:bodyPr/>
                    <a:p>
                      <a:pPr algn="ctr">
                        <a:buNone/>
                      </a:pPr>
                      <a:endParaRPr lang="zh-CN" altLang="en-US"/>
                    </a:p>
                    <a:p>
                      <a:pPr algn="ctr">
                        <a:buNone/>
                      </a:pPr>
                      <a:r>
                        <a:rPr lang="zh-CN" altLang="en-US"/>
                        <a:t>钱包</a:t>
                      </a:r>
                      <a:endParaRPr lang="zh-CN" altLang="en-US"/>
                    </a:p>
                  </a:txBody>
                  <a:tcPr/>
                </a:tc>
                <a:tc>
                  <a:txBody>
                    <a:bodyPr/>
                    <a:p>
                      <a:pPr algn="l">
                        <a:lnSpc>
                          <a:spcPct val="120000"/>
                        </a:lnSpc>
                        <a:buNone/>
                      </a:pPr>
                      <a:r>
                        <a:rPr lang="zh-CN" altLang="en-US"/>
                        <a:t>一站式 UX 简化的智能合约钱包，用户可以通过它轻松访问无密钥和社交登录的加密钱包，进行 Gas 管理和链上账户恢复，设置自动支出，自动化投资策略等</a:t>
                      </a:r>
                      <a:endParaRPr lang="zh-CN" altLang="en-US"/>
                    </a:p>
                  </a:txBody>
                  <a:tcPr/>
                </a:tc>
              </a:tr>
              <a:tr h="518160">
                <a:tc>
                  <a:txBody>
                    <a:bodyPr/>
                    <a:p>
                      <a:pPr algn="ctr">
                        <a:lnSpc>
                          <a:spcPct val="150000"/>
                        </a:lnSpc>
                        <a:buNone/>
                      </a:pPr>
                      <a:r>
                        <a:rPr lang="zh-CN" altLang="en-US" sz="1400"/>
                        <a:t>ZeroDev</a:t>
                      </a:r>
                      <a:endParaRPr lang="zh-CN" altLang="en-US" sz="1400"/>
                    </a:p>
                  </a:txBody>
                  <a:tcPr>
                    <a:solidFill>
                      <a:schemeClr val="bg1"/>
                    </a:solidFill>
                  </a:tcPr>
                </a:tc>
                <a:tc>
                  <a:txBody>
                    <a:bodyPr/>
                    <a:p>
                      <a:pPr algn="ctr">
                        <a:lnSpc>
                          <a:spcPct val="170000"/>
                        </a:lnSpc>
                        <a:buNone/>
                      </a:pPr>
                      <a:r>
                        <a:rPr lang="zh-CN" altLang="en-US"/>
                        <a:t>基础</a:t>
                      </a:r>
                      <a:r>
                        <a:rPr lang="zh-CN" altLang="en-US"/>
                        <a:t>设施</a:t>
                      </a:r>
                      <a:endParaRPr lang="zh-CN" altLang="en-US"/>
                    </a:p>
                  </a:txBody>
                  <a:tcPr>
                    <a:solidFill>
                      <a:schemeClr val="bg1"/>
                    </a:solidFill>
                  </a:tcPr>
                </a:tc>
                <a:tc>
                  <a:txBody>
                    <a:bodyPr/>
                    <a:p>
                      <a:pPr algn="l">
                        <a:lnSpc>
                          <a:spcPct val="120000"/>
                        </a:lnSpc>
                        <a:buNone/>
                      </a:pPr>
                      <a:r>
                        <a:rPr lang="zh-CN" altLang="en-US"/>
                        <a:t>是一个建立在 ERC-4337 之上的 SDK，用于构建由帐户抽象提供支持的 Web3 应用程序</a:t>
                      </a:r>
                      <a:endParaRPr lang="zh-CN" altLang="en-US"/>
                    </a:p>
                  </a:txBody>
                  <a:tcPr>
                    <a:solidFill>
                      <a:schemeClr val="bg1"/>
                    </a:solidFill>
                  </a:tcPr>
                </a:tc>
              </a:tr>
            </a:tbl>
          </a:graphicData>
        </a:graphic>
      </p:graphicFrame>
      <p:sp>
        <p:nvSpPr>
          <p:cNvPr id="5" name="文本框 4"/>
          <p:cNvSpPr txBox="1"/>
          <p:nvPr/>
        </p:nvSpPr>
        <p:spPr>
          <a:xfrm>
            <a:off x="6289040" y="975360"/>
            <a:ext cx="381762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zh-CN" altLang="en-US" sz="2000">
                <a:solidFill>
                  <a:schemeClr val="tx1">
                    <a:lumMod val="50000"/>
                  </a:schemeClr>
                </a:solidFill>
              </a:rPr>
              <a:t>支持账户抽象的钱包或</a:t>
            </a:r>
            <a:r>
              <a:rPr lang="zh-CN" altLang="en-US" sz="2000">
                <a:solidFill>
                  <a:schemeClr val="tx1">
                    <a:lumMod val="50000"/>
                  </a:schemeClr>
                </a:solidFill>
              </a:rPr>
              <a:t>基础设施</a:t>
            </a:r>
            <a:endParaRPr lang="zh-CN" altLang="en-US" sz="2000">
              <a:solidFill>
                <a:schemeClr val="tx1">
                  <a:lumMod val="50000"/>
                </a:schemeClr>
              </a:solidFill>
            </a:endParaRPr>
          </a:p>
        </p:txBody>
      </p:sp>
      <p:sp>
        <p:nvSpPr>
          <p:cNvPr id="6" name="文本框 5"/>
          <p:cNvSpPr txBox="1"/>
          <p:nvPr>
            <p:custDataLst>
              <p:tags r:id="rId4"/>
            </p:custDataLst>
          </p:nvPr>
        </p:nvSpPr>
        <p:spPr>
          <a:xfrm>
            <a:off x="634365" y="975360"/>
            <a:ext cx="3623945"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ctr" defTabSz="457200" rtl="0" fontAlgn="auto" latinLnBrk="0" hangingPunct="0">
              <a:lnSpc>
                <a:spcPct val="100000"/>
              </a:lnSpc>
              <a:spcBef>
                <a:spcPts val="0"/>
              </a:spcBef>
              <a:spcAft>
                <a:spcPts val="0"/>
              </a:spcAft>
              <a:buClrTx/>
              <a:buSzTx/>
              <a:buFontTx/>
              <a:buNone/>
            </a:pPr>
            <a:r>
              <a:rPr lang="zh-CN" altLang="en-US" sz="2000">
                <a:solidFill>
                  <a:schemeClr val="tx1">
                    <a:lumMod val="50000"/>
                  </a:schemeClr>
                </a:solidFill>
              </a:rPr>
              <a:t>以太链应用</a:t>
            </a:r>
            <a:r>
              <a:rPr lang="en-US" altLang="zh-CN" sz="2000">
                <a:solidFill>
                  <a:schemeClr val="tx1">
                    <a:lumMod val="50000"/>
                  </a:schemeClr>
                </a:solidFill>
              </a:rPr>
              <a:t>ERC-4337</a:t>
            </a:r>
            <a:r>
              <a:rPr lang="zh-CN" altLang="en-US" sz="2000">
                <a:solidFill>
                  <a:schemeClr val="tx1">
                    <a:lumMod val="50000"/>
                  </a:schemeClr>
                </a:solidFill>
              </a:rPr>
              <a:t>协议</a:t>
            </a:r>
            <a:r>
              <a:rPr lang="zh-CN" altLang="en-US" sz="2000">
                <a:solidFill>
                  <a:schemeClr val="tx1">
                    <a:lumMod val="50000"/>
                  </a:schemeClr>
                </a:solidFill>
              </a:rPr>
              <a:t>现状</a:t>
            </a:r>
            <a:endParaRPr lang="zh-CN" altLang="en-US" sz="2000">
              <a:solidFill>
                <a:schemeClr val="tx1">
                  <a:lumMod val="50000"/>
                </a:schemeClr>
              </a:solidFill>
            </a:endParaRPr>
          </a:p>
        </p:txBody>
      </p:sp>
      <p:sp>
        <p:nvSpPr>
          <p:cNvPr id="7" name="任意多边形 6"/>
          <p:cNvSpPr/>
          <p:nvPr>
            <p:custDataLst>
              <p:tags r:id="rId5"/>
            </p:custDataLst>
          </p:nvPr>
        </p:nvSpPr>
        <p:spPr>
          <a:xfrm>
            <a:off x="832353" y="5050622"/>
            <a:ext cx="1296000" cy="648000"/>
          </a:xfrm>
          <a:custGeom>
            <a:avLst/>
            <a:gdLst>
              <a:gd name="connsiteX0" fmla="*/ 1571625 w 2252662"/>
              <a:gd name="connsiteY0" fmla="*/ 0 h 1362075"/>
              <a:gd name="connsiteX1" fmla="*/ 2252662 w 2252662"/>
              <a:gd name="connsiteY1" fmla="*/ 681038 h 1362075"/>
              <a:gd name="connsiteX2" fmla="*/ 1571625 w 2252662"/>
              <a:gd name="connsiteY2" fmla="*/ 1362075 h 1362075"/>
              <a:gd name="connsiteX3" fmla="*/ 1571625 w 2252662"/>
              <a:gd name="connsiteY3" fmla="*/ 1021556 h 1362075"/>
              <a:gd name="connsiteX4" fmla="*/ 476250 w 2252662"/>
              <a:gd name="connsiteY4" fmla="*/ 1021556 h 1362075"/>
              <a:gd name="connsiteX5" fmla="*/ 476250 w 2252662"/>
              <a:gd name="connsiteY5" fmla="*/ 590550 h 1362075"/>
              <a:gd name="connsiteX6" fmla="*/ 0 w 2252662"/>
              <a:gd name="connsiteY6" fmla="*/ 590550 h 1362075"/>
              <a:gd name="connsiteX7" fmla="*/ 0 w 2252662"/>
              <a:gd name="connsiteY7" fmla="*/ 340519 h 1362075"/>
              <a:gd name="connsiteX8" fmla="*/ 1571625 w 2252662"/>
              <a:gd name="connsiteY8" fmla="*/ 340519 h 1362075"/>
              <a:gd name="connsiteX0-1" fmla="*/ 476250 w 2252662"/>
              <a:gd name="connsiteY0-2" fmla="*/ 590550 h 1362075"/>
              <a:gd name="connsiteX1-3" fmla="*/ 0 w 2252662"/>
              <a:gd name="connsiteY1-4" fmla="*/ 590550 h 1362075"/>
              <a:gd name="connsiteX2-5" fmla="*/ 0 w 2252662"/>
              <a:gd name="connsiteY2-6" fmla="*/ 340519 h 1362075"/>
              <a:gd name="connsiteX3-7" fmla="*/ 1571625 w 2252662"/>
              <a:gd name="connsiteY3-8" fmla="*/ 340519 h 1362075"/>
              <a:gd name="connsiteX4-9" fmla="*/ 1571625 w 2252662"/>
              <a:gd name="connsiteY4-10" fmla="*/ 0 h 1362075"/>
              <a:gd name="connsiteX5-11" fmla="*/ 2252662 w 2252662"/>
              <a:gd name="connsiteY5-12" fmla="*/ 681038 h 1362075"/>
              <a:gd name="connsiteX6-13" fmla="*/ 1571625 w 2252662"/>
              <a:gd name="connsiteY6-14" fmla="*/ 1362075 h 1362075"/>
              <a:gd name="connsiteX7-15" fmla="*/ 1571625 w 2252662"/>
              <a:gd name="connsiteY7-16" fmla="*/ 1021556 h 1362075"/>
              <a:gd name="connsiteX8-17" fmla="*/ 476250 w 2252662"/>
              <a:gd name="connsiteY8-18" fmla="*/ 1021556 h 1362075"/>
              <a:gd name="connsiteX9" fmla="*/ 567690 w 2252662"/>
              <a:gd name="connsiteY9" fmla="*/ 681990 h 1362075"/>
              <a:gd name="connsiteX0-19" fmla="*/ 476250 w 2252662"/>
              <a:gd name="connsiteY0-20" fmla="*/ 590550 h 1362075"/>
              <a:gd name="connsiteX1-21" fmla="*/ 0 w 2252662"/>
              <a:gd name="connsiteY1-22" fmla="*/ 590550 h 1362075"/>
              <a:gd name="connsiteX2-23" fmla="*/ 0 w 2252662"/>
              <a:gd name="connsiteY2-24" fmla="*/ 340519 h 1362075"/>
              <a:gd name="connsiteX3-25" fmla="*/ 1571625 w 2252662"/>
              <a:gd name="connsiteY3-26" fmla="*/ 340519 h 1362075"/>
              <a:gd name="connsiteX4-27" fmla="*/ 1571625 w 2252662"/>
              <a:gd name="connsiteY4-28" fmla="*/ 0 h 1362075"/>
              <a:gd name="connsiteX5-29" fmla="*/ 2252662 w 2252662"/>
              <a:gd name="connsiteY5-30" fmla="*/ 681038 h 1362075"/>
              <a:gd name="connsiteX6-31" fmla="*/ 1571625 w 2252662"/>
              <a:gd name="connsiteY6-32" fmla="*/ 1362075 h 1362075"/>
              <a:gd name="connsiteX7-33" fmla="*/ 1571625 w 2252662"/>
              <a:gd name="connsiteY7-34" fmla="*/ 1021556 h 1362075"/>
              <a:gd name="connsiteX8-35" fmla="*/ 476250 w 2252662"/>
              <a:gd name="connsiteY8-36" fmla="*/ 1021556 h 1362075"/>
              <a:gd name="connsiteX0-37" fmla="*/ 0 w 2252662"/>
              <a:gd name="connsiteY0-38" fmla="*/ 590550 h 1362075"/>
              <a:gd name="connsiteX1-39" fmla="*/ 0 w 2252662"/>
              <a:gd name="connsiteY1-40" fmla="*/ 340519 h 1362075"/>
              <a:gd name="connsiteX2-41" fmla="*/ 1571625 w 2252662"/>
              <a:gd name="connsiteY2-42" fmla="*/ 340519 h 1362075"/>
              <a:gd name="connsiteX3-43" fmla="*/ 1571625 w 2252662"/>
              <a:gd name="connsiteY3-44" fmla="*/ 0 h 1362075"/>
              <a:gd name="connsiteX4-45" fmla="*/ 2252662 w 2252662"/>
              <a:gd name="connsiteY4-46" fmla="*/ 681038 h 1362075"/>
              <a:gd name="connsiteX5-47" fmla="*/ 1571625 w 2252662"/>
              <a:gd name="connsiteY5-48" fmla="*/ 1362075 h 1362075"/>
              <a:gd name="connsiteX6-49" fmla="*/ 1571625 w 2252662"/>
              <a:gd name="connsiteY6-50" fmla="*/ 1021556 h 1362075"/>
              <a:gd name="connsiteX7-51" fmla="*/ 476250 w 2252662"/>
              <a:gd name="connsiteY7-52" fmla="*/ 1021556 h 1362075"/>
              <a:gd name="connsiteX0-53" fmla="*/ 0 w 2252662"/>
              <a:gd name="connsiteY0-54" fmla="*/ 340519 h 1362075"/>
              <a:gd name="connsiteX1-55" fmla="*/ 1571625 w 2252662"/>
              <a:gd name="connsiteY1-56" fmla="*/ 340519 h 1362075"/>
              <a:gd name="connsiteX2-57" fmla="*/ 1571625 w 2252662"/>
              <a:gd name="connsiteY2-58" fmla="*/ 0 h 1362075"/>
              <a:gd name="connsiteX3-59" fmla="*/ 2252662 w 2252662"/>
              <a:gd name="connsiteY3-60" fmla="*/ 681038 h 1362075"/>
              <a:gd name="connsiteX4-61" fmla="*/ 1571625 w 2252662"/>
              <a:gd name="connsiteY4-62" fmla="*/ 1362075 h 1362075"/>
              <a:gd name="connsiteX5-63" fmla="*/ 1571625 w 2252662"/>
              <a:gd name="connsiteY5-64" fmla="*/ 1021556 h 1362075"/>
              <a:gd name="connsiteX6-65" fmla="*/ 476250 w 2252662"/>
              <a:gd name="connsiteY6-66" fmla="*/ 1021556 h 1362075"/>
            </a:gdLst>
            <a:ahLst/>
            <a:cxnLst>
              <a:cxn ang="0">
                <a:pos x="connsiteX0-53" y="connsiteY0-54"/>
              </a:cxn>
              <a:cxn ang="0">
                <a:pos x="connsiteX1-55" y="connsiteY1-56"/>
              </a:cxn>
              <a:cxn ang="0">
                <a:pos x="connsiteX2-57" y="connsiteY2-58"/>
              </a:cxn>
              <a:cxn ang="0">
                <a:pos x="connsiteX3-59" y="connsiteY3-60"/>
              </a:cxn>
              <a:cxn ang="0">
                <a:pos x="connsiteX4-61" y="connsiteY4-62"/>
              </a:cxn>
              <a:cxn ang="0">
                <a:pos x="connsiteX5-63" y="connsiteY5-64"/>
              </a:cxn>
              <a:cxn ang="0">
                <a:pos x="connsiteX6-65" y="connsiteY6-66"/>
              </a:cxn>
            </a:cxnLst>
            <a:rect l="l" t="t" r="r" b="b"/>
            <a:pathLst>
              <a:path w="2252662" h="1362075">
                <a:moveTo>
                  <a:pt x="0" y="340519"/>
                </a:moveTo>
                <a:lnTo>
                  <a:pt x="1571625" y="340519"/>
                </a:lnTo>
                <a:lnTo>
                  <a:pt x="1571625" y="0"/>
                </a:lnTo>
                <a:lnTo>
                  <a:pt x="2252662" y="681038"/>
                </a:lnTo>
                <a:lnTo>
                  <a:pt x="1571625" y="1362075"/>
                </a:lnTo>
                <a:lnTo>
                  <a:pt x="1571625" y="1021556"/>
                </a:lnTo>
                <a:lnTo>
                  <a:pt x="476250" y="1021556"/>
                </a:lnTo>
              </a:path>
            </a:pathLst>
          </a:custGeom>
          <a:noFill/>
          <a:ln w="38100" cap="flat" cmpd="sng" algn="ctr">
            <a:solidFill>
              <a:srgbClr val="1F74AD"/>
            </a:solidFill>
            <a:prstDash val="solid"/>
            <a:miter lim="800000"/>
            <a:headEnd type="diamond" w="med" len="med"/>
            <a:tailEnd type="diamond" w="med" len="med"/>
          </a:ln>
          <a:effec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20000"/>
              </a:lnSpc>
            </a:pPr>
            <a:endParaRPr lang="zh-CN" altLang="en-US" sz="1350" b="1" dirty="0">
              <a:solidFill>
                <a:srgbClr val="1F74AD">
                  <a:lumMod val="75000"/>
                </a:srgbClr>
              </a:solidFill>
              <a:latin typeface="微软雅黑" panose="020B0503020204020204" pitchFamily="34" charset="-122"/>
              <a:ea typeface="微软雅黑" panose="020B0503020204020204" pitchFamily="34" charset="-122"/>
              <a:cs typeface="+mj-cs"/>
              <a:sym typeface="Arial" panose="020B0604020202090204" pitchFamily="34" charset="0"/>
            </a:endParaRPr>
          </a:p>
        </p:txBody>
      </p:sp>
      <p:sp>
        <p:nvSpPr>
          <p:cNvPr id="8" name="矩形 7"/>
          <p:cNvSpPr/>
          <p:nvPr>
            <p:custDataLst>
              <p:tags r:id="rId6"/>
            </p:custDataLst>
          </p:nvPr>
        </p:nvSpPr>
        <p:spPr>
          <a:xfrm>
            <a:off x="2253615" y="4824095"/>
            <a:ext cx="1872615" cy="1435735"/>
          </a:xfrm>
          <a:prstGeom prst="rect">
            <a:avLst/>
          </a:prstGeom>
        </p:spPr>
        <p:txBody>
          <a:bodyPr wrap="square" anchor="ctr" anchorCtr="0"/>
          <a:lstStyle/>
          <a:p>
            <a:pPr algn="l">
              <a:lnSpc>
                <a:spcPct val="120000"/>
              </a:lnSpc>
            </a:pPr>
            <a:r>
              <a:rPr lang="zh-CN" altLang="en-US" sz="1200" spc="150">
                <a:latin typeface="微软雅黑" panose="020B0503020204020204" pitchFamily="34" charset="-122"/>
                <a:ea typeface="微软雅黑" panose="020B0503020204020204" pitchFamily="34" charset="-122"/>
              </a:rPr>
              <a:t>实现原生账户抽象方案，且提供签名抽象，允许不同的账户合约使用与以太坊的 ECDSA不同的签名验证方案</a:t>
            </a:r>
            <a:endParaRPr lang="zh-CN" altLang="en-US" sz="1200" spc="150">
              <a:latin typeface="微软雅黑" panose="020B0503020204020204" pitchFamily="34" charset="-122"/>
              <a:ea typeface="微软雅黑" panose="020B0503020204020204" pitchFamily="34" charset="-122"/>
            </a:endParaRPr>
          </a:p>
        </p:txBody>
      </p:sp>
      <p:sp>
        <p:nvSpPr>
          <p:cNvPr id="11" name="任意多边形 10"/>
          <p:cNvSpPr/>
          <p:nvPr>
            <p:custDataLst>
              <p:tags r:id="rId7"/>
            </p:custDataLst>
          </p:nvPr>
        </p:nvSpPr>
        <p:spPr>
          <a:xfrm>
            <a:off x="920746" y="2011026"/>
            <a:ext cx="1296000" cy="648000"/>
          </a:xfrm>
          <a:custGeom>
            <a:avLst/>
            <a:gdLst>
              <a:gd name="connsiteX0" fmla="*/ 1571625 w 2252662"/>
              <a:gd name="connsiteY0" fmla="*/ 0 h 1362075"/>
              <a:gd name="connsiteX1" fmla="*/ 2252662 w 2252662"/>
              <a:gd name="connsiteY1" fmla="*/ 681038 h 1362075"/>
              <a:gd name="connsiteX2" fmla="*/ 1571625 w 2252662"/>
              <a:gd name="connsiteY2" fmla="*/ 1362075 h 1362075"/>
              <a:gd name="connsiteX3" fmla="*/ 1571625 w 2252662"/>
              <a:gd name="connsiteY3" fmla="*/ 1021556 h 1362075"/>
              <a:gd name="connsiteX4" fmla="*/ 476250 w 2252662"/>
              <a:gd name="connsiteY4" fmla="*/ 1021556 h 1362075"/>
              <a:gd name="connsiteX5" fmla="*/ 476250 w 2252662"/>
              <a:gd name="connsiteY5" fmla="*/ 590550 h 1362075"/>
              <a:gd name="connsiteX6" fmla="*/ 0 w 2252662"/>
              <a:gd name="connsiteY6" fmla="*/ 590550 h 1362075"/>
              <a:gd name="connsiteX7" fmla="*/ 0 w 2252662"/>
              <a:gd name="connsiteY7" fmla="*/ 340519 h 1362075"/>
              <a:gd name="connsiteX8" fmla="*/ 1571625 w 2252662"/>
              <a:gd name="connsiteY8" fmla="*/ 340519 h 1362075"/>
              <a:gd name="connsiteX0-1" fmla="*/ 476250 w 2252662"/>
              <a:gd name="connsiteY0-2" fmla="*/ 590550 h 1362075"/>
              <a:gd name="connsiteX1-3" fmla="*/ 0 w 2252662"/>
              <a:gd name="connsiteY1-4" fmla="*/ 590550 h 1362075"/>
              <a:gd name="connsiteX2-5" fmla="*/ 0 w 2252662"/>
              <a:gd name="connsiteY2-6" fmla="*/ 340519 h 1362075"/>
              <a:gd name="connsiteX3-7" fmla="*/ 1571625 w 2252662"/>
              <a:gd name="connsiteY3-8" fmla="*/ 340519 h 1362075"/>
              <a:gd name="connsiteX4-9" fmla="*/ 1571625 w 2252662"/>
              <a:gd name="connsiteY4-10" fmla="*/ 0 h 1362075"/>
              <a:gd name="connsiteX5-11" fmla="*/ 2252662 w 2252662"/>
              <a:gd name="connsiteY5-12" fmla="*/ 681038 h 1362075"/>
              <a:gd name="connsiteX6-13" fmla="*/ 1571625 w 2252662"/>
              <a:gd name="connsiteY6-14" fmla="*/ 1362075 h 1362075"/>
              <a:gd name="connsiteX7-15" fmla="*/ 1571625 w 2252662"/>
              <a:gd name="connsiteY7-16" fmla="*/ 1021556 h 1362075"/>
              <a:gd name="connsiteX8-17" fmla="*/ 476250 w 2252662"/>
              <a:gd name="connsiteY8-18" fmla="*/ 1021556 h 1362075"/>
              <a:gd name="connsiteX9" fmla="*/ 567690 w 2252662"/>
              <a:gd name="connsiteY9" fmla="*/ 681990 h 1362075"/>
              <a:gd name="connsiteX0-19" fmla="*/ 476250 w 2252662"/>
              <a:gd name="connsiteY0-20" fmla="*/ 590550 h 1362075"/>
              <a:gd name="connsiteX1-21" fmla="*/ 0 w 2252662"/>
              <a:gd name="connsiteY1-22" fmla="*/ 590550 h 1362075"/>
              <a:gd name="connsiteX2-23" fmla="*/ 0 w 2252662"/>
              <a:gd name="connsiteY2-24" fmla="*/ 340519 h 1362075"/>
              <a:gd name="connsiteX3-25" fmla="*/ 1571625 w 2252662"/>
              <a:gd name="connsiteY3-26" fmla="*/ 340519 h 1362075"/>
              <a:gd name="connsiteX4-27" fmla="*/ 1571625 w 2252662"/>
              <a:gd name="connsiteY4-28" fmla="*/ 0 h 1362075"/>
              <a:gd name="connsiteX5-29" fmla="*/ 2252662 w 2252662"/>
              <a:gd name="connsiteY5-30" fmla="*/ 681038 h 1362075"/>
              <a:gd name="connsiteX6-31" fmla="*/ 1571625 w 2252662"/>
              <a:gd name="connsiteY6-32" fmla="*/ 1362075 h 1362075"/>
              <a:gd name="connsiteX7-33" fmla="*/ 1571625 w 2252662"/>
              <a:gd name="connsiteY7-34" fmla="*/ 1021556 h 1362075"/>
              <a:gd name="connsiteX8-35" fmla="*/ 476250 w 2252662"/>
              <a:gd name="connsiteY8-36" fmla="*/ 1021556 h 1362075"/>
              <a:gd name="connsiteX0-37" fmla="*/ 0 w 2252662"/>
              <a:gd name="connsiteY0-38" fmla="*/ 590550 h 1362075"/>
              <a:gd name="connsiteX1-39" fmla="*/ 0 w 2252662"/>
              <a:gd name="connsiteY1-40" fmla="*/ 340519 h 1362075"/>
              <a:gd name="connsiteX2-41" fmla="*/ 1571625 w 2252662"/>
              <a:gd name="connsiteY2-42" fmla="*/ 340519 h 1362075"/>
              <a:gd name="connsiteX3-43" fmla="*/ 1571625 w 2252662"/>
              <a:gd name="connsiteY3-44" fmla="*/ 0 h 1362075"/>
              <a:gd name="connsiteX4-45" fmla="*/ 2252662 w 2252662"/>
              <a:gd name="connsiteY4-46" fmla="*/ 681038 h 1362075"/>
              <a:gd name="connsiteX5-47" fmla="*/ 1571625 w 2252662"/>
              <a:gd name="connsiteY5-48" fmla="*/ 1362075 h 1362075"/>
              <a:gd name="connsiteX6-49" fmla="*/ 1571625 w 2252662"/>
              <a:gd name="connsiteY6-50" fmla="*/ 1021556 h 1362075"/>
              <a:gd name="connsiteX7-51" fmla="*/ 476250 w 2252662"/>
              <a:gd name="connsiteY7-52" fmla="*/ 1021556 h 1362075"/>
              <a:gd name="connsiteX0-53" fmla="*/ 0 w 2252662"/>
              <a:gd name="connsiteY0-54" fmla="*/ 340519 h 1362075"/>
              <a:gd name="connsiteX1-55" fmla="*/ 1571625 w 2252662"/>
              <a:gd name="connsiteY1-56" fmla="*/ 340519 h 1362075"/>
              <a:gd name="connsiteX2-57" fmla="*/ 1571625 w 2252662"/>
              <a:gd name="connsiteY2-58" fmla="*/ 0 h 1362075"/>
              <a:gd name="connsiteX3-59" fmla="*/ 2252662 w 2252662"/>
              <a:gd name="connsiteY3-60" fmla="*/ 681038 h 1362075"/>
              <a:gd name="connsiteX4-61" fmla="*/ 1571625 w 2252662"/>
              <a:gd name="connsiteY4-62" fmla="*/ 1362075 h 1362075"/>
              <a:gd name="connsiteX5-63" fmla="*/ 1571625 w 2252662"/>
              <a:gd name="connsiteY5-64" fmla="*/ 1021556 h 1362075"/>
              <a:gd name="connsiteX6-65" fmla="*/ 476250 w 2252662"/>
              <a:gd name="connsiteY6-66" fmla="*/ 1021556 h 1362075"/>
            </a:gdLst>
            <a:ahLst/>
            <a:cxnLst>
              <a:cxn ang="0">
                <a:pos x="connsiteX0-53" y="connsiteY0-54"/>
              </a:cxn>
              <a:cxn ang="0">
                <a:pos x="connsiteX1-55" y="connsiteY1-56"/>
              </a:cxn>
              <a:cxn ang="0">
                <a:pos x="connsiteX2-57" y="connsiteY2-58"/>
              </a:cxn>
              <a:cxn ang="0">
                <a:pos x="connsiteX3-59" y="connsiteY3-60"/>
              </a:cxn>
              <a:cxn ang="0">
                <a:pos x="connsiteX4-61" y="connsiteY4-62"/>
              </a:cxn>
              <a:cxn ang="0">
                <a:pos x="connsiteX5-63" y="connsiteY5-64"/>
              </a:cxn>
              <a:cxn ang="0">
                <a:pos x="connsiteX6-65" y="connsiteY6-66"/>
              </a:cxn>
            </a:cxnLst>
            <a:rect l="l" t="t" r="r" b="b"/>
            <a:pathLst>
              <a:path w="2252662" h="1362075">
                <a:moveTo>
                  <a:pt x="0" y="340519"/>
                </a:moveTo>
                <a:lnTo>
                  <a:pt x="1571625" y="340519"/>
                </a:lnTo>
                <a:lnTo>
                  <a:pt x="1571625" y="0"/>
                </a:lnTo>
                <a:lnTo>
                  <a:pt x="2252662" y="681038"/>
                </a:lnTo>
                <a:lnTo>
                  <a:pt x="1571625" y="1362075"/>
                </a:lnTo>
                <a:lnTo>
                  <a:pt x="1571625" y="1021556"/>
                </a:lnTo>
                <a:lnTo>
                  <a:pt x="476250" y="1021556"/>
                </a:lnTo>
              </a:path>
            </a:pathLst>
          </a:custGeom>
          <a:noFill/>
          <a:ln w="38100" cap="flat" cmpd="sng" algn="ctr">
            <a:solidFill>
              <a:srgbClr val="1AA3AA"/>
            </a:solidFill>
            <a:prstDash val="solid"/>
            <a:miter lim="800000"/>
            <a:headEnd type="diamond" w="med" len="med"/>
            <a:tailEnd type="diamond" w="med" len="med"/>
          </a:ln>
          <a:effec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20000"/>
              </a:lnSpc>
            </a:pPr>
            <a:endParaRPr lang="zh-CN" altLang="en-US" sz="1350" b="1" dirty="0">
              <a:solidFill>
                <a:srgbClr val="1AA3AA">
                  <a:lumMod val="75000"/>
                </a:srgbClr>
              </a:solidFill>
              <a:latin typeface="微软雅黑" panose="020B0503020204020204" pitchFamily="34" charset="-122"/>
              <a:ea typeface="微软雅黑" panose="020B0503020204020204" pitchFamily="34" charset="-122"/>
              <a:cs typeface="+mj-cs"/>
              <a:sym typeface="Arial" panose="020B0604020202090204" pitchFamily="34" charset="0"/>
            </a:endParaRPr>
          </a:p>
        </p:txBody>
      </p:sp>
      <p:sp>
        <p:nvSpPr>
          <p:cNvPr id="12" name="矩形 11"/>
          <p:cNvSpPr/>
          <p:nvPr>
            <p:custDataLst>
              <p:tags r:id="rId8"/>
            </p:custDataLst>
          </p:nvPr>
        </p:nvSpPr>
        <p:spPr>
          <a:xfrm>
            <a:off x="2250440" y="1952625"/>
            <a:ext cx="1782445" cy="751840"/>
          </a:xfrm>
          <a:prstGeom prst="rect">
            <a:avLst/>
          </a:prstGeom>
        </p:spPr>
        <p:txBody>
          <a:bodyPr wrap="square" anchor="ctr" anchorCtr="0">
            <a:normAutofit/>
          </a:bodyPr>
          <a:lstStyle/>
          <a:p>
            <a:pPr algn="l">
              <a:lnSpc>
                <a:spcPct val="120000"/>
              </a:lnSpc>
            </a:pPr>
            <a:r>
              <a:rPr lang="zh-CN" altLang="en-US" sz="1200" spc="150">
                <a:latin typeface="微软雅黑" panose="020B0503020204020204" pitchFamily="34" charset="-122"/>
                <a:ea typeface="微软雅黑" panose="020B0503020204020204" pitchFamily="34" charset="-122"/>
              </a:rPr>
              <a:t>账户</a:t>
            </a:r>
            <a:r>
              <a:rPr lang="zh-CN" altLang="en-US" sz="1200" spc="150">
                <a:latin typeface="微软雅黑" panose="020B0503020204020204" pitchFamily="34" charset="-122"/>
                <a:ea typeface="微软雅黑" panose="020B0503020204020204" pitchFamily="34" charset="-122"/>
              </a:rPr>
              <a:t>合约完成升级，</a:t>
            </a:r>
            <a:r>
              <a:rPr lang="zh-CN" altLang="en-US" sz="1200" spc="150">
                <a:latin typeface="微软雅黑" panose="020B0503020204020204" pitchFamily="34" charset="-122"/>
                <a:ea typeface="微软雅黑" panose="020B0503020204020204" pitchFamily="34" charset="-122"/>
              </a:rPr>
              <a:t>支持账户抽象</a:t>
            </a:r>
            <a:endParaRPr lang="zh-CN" altLang="en-US" sz="1200" spc="150">
              <a:latin typeface="微软雅黑" panose="020B0503020204020204" pitchFamily="34" charset="-122"/>
              <a:ea typeface="微软雅黑" panose="020B0503020204020204" pitchFamily="34" charset="-122"/>
            </a:endParaRPr>
          </a:p>
        </p:txBody>
      </p:sp>
      <p:sp>
        <p:nvSpPr>
          <p:cNvPr id="17" name="任意多边形 16"/>
          <p:cNvSpPr/>
          <p:nvPr>
            <p:custDataLst>
              <p:tags r:id="rId9"/>
            </p:custDataLst>
          </p:nvPr>
        </p:nvSpPr>
        <p:spPr>
          <a:xfrm>
            <a:off x="888868" y="3924132"/>
            <a:ext cx="1296000" cy="648000"/>
          </a:xfrm>
          <a:custGeom>
            <a:avLst/>
            <a:gdLst>
              <a:gd name="connsiteX0" fmla="*/ 1571625 w 2252662"/>
              <a:gd name="connsiteY0" fmla="*/ 0 h 1362075"/>
              <a:gd name="connsiteX1" fmla="*/ 2252662 w 2252662"/>
              <a:gd name="connsiteY1" fmla="*/ 681038 h 1362075"/>
              <a:gd name="connsiteX2" fmla="*/ 1571625 w 2252662"/>
              <a:gd name="connsiteY2" fmla="*/ 1362075 h 1362075"/>
              <a:gd name="connsiteX3" fmla="*/ 1571625 w 2252662"/>
              <a:gd name="connsiteY3" fmla="*/ 1021556 h 1362075"/>
              <a:gd name="connsiteX4" fmla="*/ 476250 w 2252662"/>
              <a:gd name="connsiteY4" fmla="*/ 1021556 h 1362075"/>
              <a:gd name="connsiteX5" fmla="*/ 476250 w 2252662"/>
              <a:gd name="connsiteY5" fmla="*/ 590550 h 1362075"/>
              <a:gd name="connsiteX6" fmla="*/ 0 w 2252662"/>
              <a:gd name="connsiteY6" fmla="*/ 590550 h 1362075"/>
              <a:gd name="connsiteX7" fmla="*/ 0 w 2252662"/>
              <a:gd name="connsiteY7" fmla="*/ 340519 h 1362075"/>
              <a:gd name="connsiteX8" fmla="*/ 1571625 w 2252662"/>
              <a:gd name="connsiteY8" fmla="*/ 340519 h 1362075"/>
              <a:gd name="connsiteX0-1" fmla="*/ 476250 w 2252662"/>
              <a:gd name="connsiteY0-2" fmla="*/ 590550 h 1362075"/>
              <a:gd name="connsiteX1-3" fmla="*/ 0 w 2252662"/>
              <a:gd name="connsiteY1-4" fmla="*/ 590550 h 1362075"/>
              <a:gd name="connsiteX2-5" fmla="*/ 0 w 2252662"/>
              <a:gd name="connsiteY2-6" fmla="*/ 340519 h 1362075"/>
              <a:gd name="connsiteX3-7" fmla="*/ 1571625 w 2252662"/>
              <a:gd name="connsiteY3-8" fmla="*/ 340519 h 1362075"/>
              <a:gd name="connsiteX4-9" fmla="*/ 1571625 w 2252662"/>
              <a:gd name="connsiteY4-10" fmla="*/ 0 h 1362075"/>
              <a:gd name="connsiteX5-11" fmla="*/ 2252662 w 2252662"/>
              <a:gd name="connsiteY5-12" fmla="*/ 681038 h 1362075"/>
              <a:gd name="connsiteX6-13" fmla="*/ 1571625 w 2252662"/>
              <a:gd name="connsiteY6-14" fmla="*/ 1362075 h 1362075"/>
              <a:gd name="connsiteX7-15" fmla="*/ 1571625 w 2252662"/>
              <a:gd name="connsiteY7-16" fmla="*/ 1021556 h 1362075"/>
              <a:gd name="connsiteX8-17" fmla="*/ 476250 w 2252662"/>
              <a:gd name="connsiteY8-18" fmla="*/ 1021556 h 1362075"/>
              <a:gd name="connsiteX9" fmla="*/ 567690 w 2252662"/>
              <a:gd name="connsiteY9" fmla="*/ 681990 h 1362075"/>
              <a:gd name="connsiteX0-19" fmla="*/ 476250 w 2252662"/>
              <a:gd name="connsiteY0-20" fmla="*/ 590550 h 1362075"/>
              <a:gd name="connsiteX1-21" fmla="*/ 0 w 2252662"/>
              <a:gd name="connsiteY1-22" fmla="*/ 590550 h 1362075"/>
              <a:gd name="connsiteX2-23" fmla="*/ 0 w 2252662"/>
              <a:gd name="connsiteY2-24" fmla="*/ 340519 h 1362075"/>
              <a:gd name="connsiteX3-25" fmla="*/ 1571625 w 2252662"/>
              <a:gd name="connsiteY3-26" fmla="*/ 340519 h 1362075"/>
              <a:gd name="connsiteX4-27" fmla="*/ 1571625 w 2252662"/>
              <a:gd name="connsiteY4-28" fmla="*/ 0 h 1362075"/>
              <a:gd name="connsiteX5-29" fmla="*/ 2252662 w 2252662"/>
              <a:gd name="connsiteY5-30" fmla="*/ 681038 h 1362075"/>
              <a:gd name="connsiteX6-31" fmla="*/ 1571625 w 2252662"/>
              <a:gd name="connsiteY6-32" fmla="*/ 1362075 h 1362075"/>
              <a:gd name="connsiteX7-33" fmla="*/ 1571625 w 2252662"/>
              <a:gd name="connsiteY7-34" fmla="*/ 1021556 h 1362075"/>
              <a:gd name="connsiteX8-35" fmla="*/ 476250 w 2252662"/>
              <a:gd name="connsiteY8-36" fmla="*/ 1021556 h 1362075"/>
              <a:gd name="connsiteX0-37" fmla="*/ 0 w 2252662"/>
              <a:gd name="connsiteY0-38" fmla="*/ 590550 h 1362075"/>
              <a:gd name="connsiteX1-39" fmla="*/ 0 w 2252662"/>
              <a:gd name="connsiteY1-40" fmla="*/ 340519 h 1362075"/>
              <a:gd name="connsiteX2-41" fmla="*/ 1571625 w 2252662"/>
              <a:gd name="connsiteY2-42" fmla="*/ 340519 h 1362075"/>
              <a:gd name="connsiteX3-43" fmla="*/ 1571625 w 2252662"/>
              <a:gd name="connsiteY3-44" fmla="*/ 0 h 1362075"/>
              <a:gd name="connsiteX4-45" fmla="*/ 2252662 w 2252662"/>
              <a:gd name="connsiteY4-46" fmla="*/ 681038 h 1362075"/>
              <a:gd name="connsiteX5-47" fmla="*/ 1571625 w 2252662"/>
              <a:gd name="connsiteY5-48" fmla="*/ 1362075 h 1362075"/>
              <a:gd name="connsiteX6-49" fmla="*/ 1571625 w 2252662"/>
              <a:gd name="connsiteY6-50" fmla="*/ 1021556 h 1362075"/>
              <a:gd name="connsiteX7-51" fmla="*/ 476250 w 2252662"/>
              <a:gd name="connsiteY7-52" fmla="*/ 1021556 h 1362075"/>
              <a:gd name="connsiteX0-53" fmla="*/ 0 w 2252662"/>
              <a:gd name="connsiteY0-54" fmla="*/ 340519 h 1362075"/>
              <a:gd name="connsiteX1-55" fmla="*/ 1571625 w 2252662"/>
              <a:gd name="connsiteY1-56" fmla="*/ 340519 h 1362075"/>
              <a:gd name="connsiteX2-57" fmla="*/ 1571625 w 2252662"/>
              <a:gd name="connsiteY2-58" fmla="*/ 0 h 1362075"/>
              <a:gd name="connsiteX3-59" fmla="*/ 2252662 w 2252662"/>
              <a:gd name="connsiteY3-60" fmla="*/ 681038 h 1362075"/>
              <a:gd name="connsiteX4-61" fmla="*/ 1571625 w 2252662"/>
              <a:gd name="connsiteY4-62" fmla="*/ 1362075 h 1362075"/>
              <a:gd name="connsiteX5-63" fmla="*/ 1571625 w 2252662"/>
              <a:gd name="connsiteY5-64" fmla="*/ 1021556 h 1362075"/>
              <a:gd name="connsiteX6-65" fmla="*/ 476250 w 2252662"/>
              <a:gd name="connsiteY6-66" fmla="*/ 1021556 h 1362075"/>
            </a:gdLst>
            <a:ahLst/>
            <a:cxnLst>
              <a:cxn ang="0">
                <a:pos x="connsiteX0-53" y="connsiteY0-54"/>
              </a:cxn>
              <a:cxn ang="0">
                <a:pos x="connsiteX1-55" y="connsiteY1-56"/>
              </a:cxn>
              <a:cxn ang="0">
                <a:pos x="connsiteX2-57" y="connsiteY2-58"/>
              </a:cxn>
              <a:cxn ang="0">
                <a:pos x="connsiteX3-59" y="connsiteY3-60"/>
              </a:cxn>
              <a:cxn ang="0">
                <a:pos x="connsiteX4-61" y="connsiteY4-62"/>
              </a:cxn>
              <a:cxn ang="0">
                <a:pos x="connsiteX5-63" y="connsiteY5-64"/>
              </a:cxn>
              <a:cxn ang="0">
                <a:pos x="connsiteX6-65" y="connsiteY6-66"/>
              </a:cxn>
            </a:cxnLst>
            <a:rect l="l" t="t" r="r" b="b"/>
            <a:pathLst>
              <a:path w="2252662" h="1362075">
                <a:moveTo>
                  <a:pt x="0" y="340519"/>
                </a:moveTo>
                <a:lnTo>
                  <a:pt x="1571625" y="340519"/>
                </a:lnTo>
                <a:lnTo>
                  <a:pt x="1571625" y="0"/>
                </a:lnTo>
                <a:lnTo>
                  <a:pt x="2252662" y="681038"/>
                </a:lnTo>
                <a:lnTo>
                  <a:pt x="1571625" y="1362075"/>
                </a:lnTo>
                <a:lnTo>
                  <a:pt x="1571625" y="1021556"/>
                </a:lnTo>
                <a:lnTo>
                  <a:pt x="476250" y="1021556"/>
                </a:lnTo>
              </a:path>
            </a:pathLst>
          </a:custGeom>
          <a:noFill/>
          <a:ln w="38100" cap="flat" cmpd="sng" algn="ctr">
            <a:solidFill>
              <a:srgbClr val="3498DB"/>
            </a:solidFill>
            <a:prstDash val="solid"/>
            <a:miter lim="800000"/>
            <a:headEnd type="diamond" w="med" len="med"/>
            <a:tailEnd type="diamond" w="med" len="med"/>
          </a:ln>
          <a:effec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20000"/>
              </a:lnSpc>
            </a:pPr>
            <a:endParaRPr lang="zh-CN" altLang="en-US" sz="1350" b="1" dirty="0">
              <a:solidFill>
                <a:srgbClr val="3498DB">
                  <a:lumMod val="75000"/>
                </a:srgbClr>
              </a:solidFill>
              <a:latin typeface="微软雅黑" panose="020B0503020204020204" pitchFamily="34" charset="-122"/>
              <a:ea typeface="微软雅黑" panose="020B0503020204020204" pitchFamily="34" charset="-122"/>
              <a:cs typeface="+mj-cs"/>
              <a:sym typeface="Arial" panose="020B0604020202090204" pitchFamily="34" charset="0"/>
            </a:endParaRPr>
          </a:p>
        </p:txBody>
      </p:sp>
      <p:sp>
        <p:nvSpPr>
          <p:cNvPr id="18" name="矩形 17"/>
          <p:cNvSpPr/>
          <p:nvPr>
            <p:custDataLst>
              <p:tags r:id="rId10"/>
            </p:custDataLst>
          </p:nvPr>
        </p:nvSpPr>
        <p:spPr>
          <a:xfrm>
            <a:off x="2235200" y="3697605"/>
            <a:ext cx="1882140" cy="1057275"/>
          </a:xfrm>
          <a:prstGeom prst="rect">
            <a:avLst/>
          </a:prstGeom>
        </p:spPr>
        <p:txBody>
          <a:bodyPr wrap="square" anchor="ctr" anchorCtr="0"/>
          <a:lstStyle/>
          <a:p>
            <a:pPr algn="l">
              <a:lnSpc>
                <a:spcPct val="120000"/>
              </a:lnSpc>
            </a:pPr>
            <a:r>
              <a:rPr lang="zh-CN" altLang="en-US" sz="1200" spc="150">
                <a:latin typeface="微软雅黑" panose="020B0503020204020204" pitchFamily="34" charset="-122"/>
                <a:ea typeface="微软雅黑" panose="020B0503020204020204" pitchFamily="34" charset="-122"/>
              </a:rPr>
              <a:t>实现了原生账户抽象</a:t>
            </a:r>
            <a:r>
              <a:rPr lang="zh-CN" altLang="en-US" sz="1200" spc="150">
                <a:latin typeface="微软雅黑" panose="020B0503020204020204" pitchFamily="34" charset="-122"/>
                <a:ea typeface="微软雅黑" panose="020B0503020204020204" pitchFamily="34" charset="-122"/>
              </a:rPr>
              <a:t>方案，是第一个支持账户抽象的 EVM 链</a:t>
            </a:r>
            <a:endParaRPr lang="zh-CN" altLang="en-US" sz="1200" spc="150">
              <a:latin typeface="微软雅黑" panose="020B0503020204020204" pitchFamily="34" charset="-122"/>
              <a:ea typeface="微软雅黑" panose="020B0503020204020204" pitchFamily="34" charset="-122"/>
            </a:endParaRPr>
          </a:p>
        </p:txBody>
      </p:sp>
      <p:sp>
        <p:nvSpPr>
          <p:cNvPr id="10" name="矩形 9"/>
          <p:cNvSpPr/>
          <p:nvPr>
            <p:custDataLst>
              <p:tags r:id="rId11"/>
            </p:custDataLst>
          </p:nvPr>
        </p:nvSpPr>
        <p:spPr>
          <a:xfrm>
            <a:off x="688120" y="5139000"/>
            <a:ext cx="1517869" cy="438580"/>
          </a:xfrm>
          <a:prstGeom prst="rect">
            <a:avLst/>
          </a:prstGeom>
        </p:spPr>
        <p:txBody>
          <a:bodyPr wrap="square" anchor="ctr" anchorCtr="0"/>
          <a:lstStyle/>
          <a:p>
            <a:pPr algn="ctr">
              <a:lnSpc>
                <a:spcPct val="120000"/>
              </a:lnSpc>
            </a:pPr>
            <a:r>
              <a:rPr lang="zh-CN" altLang="en-US" sz="1400" b="1" spc="300">
                <a:solidFill>
                  <a:srgbClr val="1F74AD">
                    <a:lumMod val="75000"/>
                  </a:srgbClr>
                </a:solidFill>
                <a:latin typeface="微软雅黑" panose="020B0503020204020204" pitchFamily="34" charset="-122"/>
                <a:ea typeface="微软雅黑" panose="020B0503020204020204" pitchFamily="34" charset="-122"/>
                <a:sym typeface="Arial" panose="020B0604020202090204" pitchFamily="34" charset="0"/>
              </a:rPr>
              <a:t>StarkNet</a:t>
            </a:r>
            <a:endParaRPr lang="zh-CN" altLang="en-US" sz="1400" b="1" spc="300">
              <a:solidFill>
                <a:srgbClr val="1F74AD">
                  <a:lumMod val="75000"/>
                </a:srgbClr>
              </a:solidFill>
              <a:latin typeface="微软雅黑" panose="020B0503020204020204" pitchFamily="34" charset="-122"/>
              <a:ea typeface="微软雅黑" panose="020B0503020204020204" pitchFamily="34" charset="-122"/>
              <a:sym typeface="Arial" panose="020B0604020202090204" pitchFamily="34" charset="0"/>
            </a:endParaRPr>
          </a:p>
        </p:txBody>
      </p:sp>
      <p:sp>
        <p:nvSpPr>
          <p:cNvPr id="13" name="矩形 12"/>
          <p:cNvSpPr/>
          <p:nvPr>
            <p:custDataLst>
              <p:tags r:id="rId12"/>
            </p:custDataLst>
          </p:nvPr>
        </p:nvSpPr>
        <p:spPr>
          <a:xfrm>
            <a:off x="771328" y="4033082"/>
            <a:ext cx="1552772" cy="438580"/>
          </a:xfrm>
          <a:prstGeom prst="rect">
            <a:avLst/>
          </a:prstGeom>
        </p:spPr>
        <p:txBody>
          <a:bodyPr wrap="square" anchor="ctr" anchorCtr="0"/>
          <a:lstStyle/>
          <a:p>
            <a:pPr>
              <a:lnSpc>
                <a:spcPct val="120000"/>
              </a:lnSpc>
            </a:pPr>
            <a:r>
              <a:rPr lang="zh-CN" altLang="en-US" sz="1200" b="1" spc="300">
                <a:solidFill>
                  <a:srgbClr val="3498DB">
                    <a:lumMod val="75000"/>
                  </a:srgbClr>
                </a:solidFill>
                <a:latin typeface="微软雅黑" panose="020B0503020204020204" pitchFamily="34" charset="-122"/>
                <a:ea typeface="微软雅黑" panose="020B0503020204020204" pitchFamily="34" charset="-122"/>
                <a:sym typeface="Arial" panose="020B0604020202090204" pitchFamily="34" charset="0"/>
              </a:rPr>
              <a:t>zkSync Era</a:t>
            </a:r>
            <a:endParaRPr lang="zh-CN" altLang="en-US" sz="1200" b="1" spc="300">
              <a:solidFill>
                <a:srgbClr val="3498DB">
                  <a:lumMod val="75000"/>
                </a:srgbClr>
              </a:solidFill>
              <a:latin typeface="微软雅黑" panose="020B0503020204020204" pitchFamily="34" charset="-122"/>
              <a:ea typeface="微软雅黑" panose="020B0503020204020204" pitchFamily="34" charset="-122"/>
              <a:sym typeface="Arial" panose="020B0604020202090204" pitchFamily="34" charset="0"/>
            </a:endParaRPr>
          </a:p>
        </p:txBody>
      </p:sp>
      <p:sp>
        <p:nvSpPr>
          <p:cNvPr id="14" name="矩形 13"/>
          <p:cNvSpPr/>
          <p:nvPr>
            <p:custDataLst>
              <p:tags r:id="rId13"/>
            </p:custDataLst>
          </p:nvPr>
        </p:nvSpPr>
        <p:spPr>
          <a:xfrm>
            <a:off x="770231" y="2090678"/>
            <a:ext cx="1413942" cy="438580"/>
          </a:xfrm>
          <a:prstGeom prst="rect">
            <a:avLst/>
          </a:prstGeom>
        </p:spPr>
        <p:txBody>
          <a:bodyPr wrap="square" anchor="ctr" anchorCtr="0">
            <a:normAutofit fontScale="70000"/>
          </a:bodyPr>
          <a:lstStyle/>
          <a:p>
            <a:pPr algn="ctr">
              <a:lnSpc>
                <a:spcPct val="120000"/>
              </a:lnSpc>
            </a:pPr>
            <a:r>
              <a:rPr lang="zh-CN" altLang="en-US" sz="2000" b="1" spc="300">
                <a:solidFill>
                  <a:srgbClr val="1AA3AA">
                    <a:lumMod val="75000"/>
                  </a:srgbClr>
                </a:solidFill>
                <a:latin typeface="微软雅黑" panose="020B0503020204020204" pitchFamily="34" charset="-122"/>
                <a:ea typeface="微软雅黑" panose="020B0503020204020204" pitchFamily="34" charset="-122"/>
                <a:sym typeface="Arial" panose="020B0604020202090204" pitchFamily="34" charset="0"/>
              </a:rPr>
              <a:t>Ethereum</a:t>
            </a:r>
            <a:endParaRPr lang="zh-CN" altLang="en-US" sz="2000" b="1" spc="300">
              <a:solidFill>
                <a:srgbClr val="1AA3AA">
                  <a:lumMod val="75000"/>
                </a:srgbClr>
              </a:solidFill>
              <a:latin typeface="微软雅黑" panose="020B0503020204020204" pitchFamily="34" charset="-122"/>
              <a:ea typeface="微软雅黑" panose="020B0503020204020204" pitchFamily="34" charset="-122"/>
              <a:sym typeface="Arial" panose="020B0604020202090204" pitchFamily="34" charset="0"/>
            </a:endParaRPr>
          </a:p>
        </p:txBody>
      </p:sp>
      <p:sp>
        <p:nvSpPr>
          <p:cNvPr id="28" name="任意多边形 27"/>
          <p:cNvSpPr/>
          <p:nvPr>
            <p:custDataLst>
              <p:tags r:id="rId14"/>
            </p:custDataLst>
          </p:nvPr>
        </p:nvSpPr>
        <p:spPr>
          <a:xfrm>
            <a:off x="939161" y="2917171"/>
            <a:ext cx="1296000" cy="648000"/>
          </a:xfrm>
          <a:custGeom>
            <a:avLst/>
            <a:gdLst>
              <a:gd name="connsiteX0" fmla="*/ 1571625 w 2252662"/>
              <a:gd name="connsiteY0" fmla="*/ 0 h 1362075"/>
              <a:gd name="connsiteX1" fmla="*/ 2252662 w 2252662"/>
              <a:gd name="connsiteY1" fmla="*/ 681038 h 1362075"/>
              <a:gd name="connsiteX2" fmla="*/ 1571625 w 2252662"/>
              <a:gd name="connsiteY2" fmla="*/ 1362075 h 1362075"/>
              <a:gd name="connsiteX3" fmla="*/ 1571625 w 2252662"/>
              <a:gd name="connsiteY3" fmla="*/ 1021556 h 1362075"/>
              <a:gd name="connsiteX4" fmla="*/ 476250 w 2252662"/>
              <a:gd name="connsiteY4" fmla="*/ 1021556 h 1362075"/>
              <a:gd name="connsiteX5" fmla="*/ 476250 w 2252662"/>
              <a:gd name="connsiteY5" fmla="*/ 590550 h 1362075"/>
              <a:gd name="connsiteX6" fmla="*/ 0 w 2252662"/>
              <a:gd name="connsiteY6" fmla="*/ 590550 h 1362075"/>
              <a:gd name="connsiteX7" fmla="*/ 0 w 2252662"/>
              <a:gd name="connsiteY7" fmla="*/ 340519 h 1362075"/>
              <a:gd name="connsiteX8" fmla="*/ 1571625 w 2252662"/>
              <a:gd name="connsiteY8" fmla="*/ 340519 h 1362075"/>
              <a:gd name="connsiteX0-1" fmla="*/ 476250 w 2252662"/>
              <a:gd name="connsiteY0-2" fmla="*/ 590550 h 1362075"/>
              <a:gd name="connsiteX1-3" fmla="*/ 0 w 2252662"/>
              <a:gd name="connsiteY1-4" fmla="*/ 590550 h 1362075"/>
              <a:gd name="connsiteX2-5" fmla="*/ 0 w 2252662"/>
              <a:gd name="connsiteY2-6" fmla="*/ 340519 h 1362075"/>
              <a:gd name="connsiteX3-7" fmla="*/ 1571625 w 2252662"/>
              <a:gd name="connsiteY3-8" fmla="*/ 340519 h 1362075"/>
              <a:gd name="connsiteX4-9" fmla="*/ 1571625 w 2252662"/>
              <a:gd name="connsiteY4-10" fmla="*/ 0 h 1362075"/>
              <a:gd name="connsiteX5-11" fmla="*/ 2252662 w 2252662"/>
              <a:gd name="connsiteY5-12" fmla="*/ 681038 h 1362075"/>
              <a:gd name="connsiteX6-13" fmla="*/ 1571625 w 2252662"/>
              <a:gd name="connsiteY6-14" fmla="*/ 1362075 h 1362075"/>
              <a:gd name="connsiteX7-15" fmla="*/ 1571625 w 2252662"/>
              <a:gd name="connsiteY7-16" fmla="*/ 1021556 h 1362075"/>
              <a:gd name="connsiteX8-17" fmla="*/ 476250 w 2252662"/>
              <a:gd name="connsiteY8-18" fmla="*/ 1021556 h 1362075"/>
              <a:gd name="connsiteX9" fmla="*/ 567690 w 2252662"/>
              <a:gd name="connsiteY9" fmla="*/ 681990 h 1362075"/>
              <a:gd name="connsiteX0-19" fmla="*/ 476250 w 2252662"/>
              <a:gd name="connsiteY0-20" fmla="*/ 590550 h 1362075"/>
              <a:gd name="connsiteX1-21" fmla="*/ 0 w 2252662"/>
              <a:gd name="connsiteY1-22" fmla="*/ 590550 h 1362075"/>
              <a:gd name="connsiteX2-23" fmla="*/ 0 w 2252662"/>
              <a:gd name="connsiteY2-24" fmla="*/ 340519 h 1362075"/>
              <a:gd name="connsiteX3-25" fmla="*/ 1571625 w 2252662"/>
              <a:gd name="connsiteY3-26" fmla="*/ 340519 h 1362075"/>
              <a:gd name="connsiteX4-27" fmla="*/ 1571625 w 2252662"/>
              <a:gd name="connsiteY4-28" fmla="*/ 0 h 1362075"/>
              <a:gd name="connsiteX5-29" fmla="*/ 2252662 w 2252662"/>
              <a:gd name="connsiteY5-30" fmla="*/ 681038 h 1362075"/>
              <a:gd name="connsiteX6-31" fmla="*/ 1571625 w 2252662"/>
              <a:gd name="connsiteY6-32" fmla="*/ 1362075 h 1362075"/>
              <a:gd name="connsiteX7-33" fmla="*/ 1571625 w 2252662"/>
              <a:gd name="connsiteY7-34" fmla="*/ 1021556 h 1362075"/>
              <a:gd name="connsiteX8-35" fmla="*/ 476250 w 2252662"/>
              <a:gd name="connsiteY8-36" fmla="*/ 1021556 h 1362075"/>
              <a:gd name="connsiteX0-37" fmla="*/ 0 w 2252662"/>
              <a:gd name="connsiteY0-38" fmla="*/ 590550 h 1362075"/>
              <a:gd name="connsiteX1-39" fmla="*/ 0 w 2252662"/>
              <a:gd name="connsiteY1-40" fmla="*/ 340519 h 1362075"/>
              <a:gd name="connsiteX2-41" fmla="*/ 1571625 w 2252662"/>
              <a:gd name="connsiteY2-42" fmla="*/ 340519 h 1362075"/>
              <a:gd name="connsiteX3-43" fmla="*/ 1571625 w 2252662"/>
              <a:gd name="connsiteY3-44" fmla="*/ 0 h 1362075"/>
              <a:gd name="connsiteX4-45" fmla="*/ 2252662 w 2252662"/>
              <a:gd name="connsiteY4-46" fmla="*/ 681038 h 1362075"/>
              <a:gd name="connsiteX5-47" fmla="*/ 1571625 w 2252662"/>
              <a:gd name="connsiteY5-48" fmla="*/ 1362075 h 1362075"/>
              <a:gd name="connsiteX6-49" fmla="*/ 1571625 w 2252662"/>
              <a:gd name="connsiteY6-50" fmla="*/ 1021556 h 1362075"/>
              <a:gd name="connsiteX7-51" fmla="*/ 476250 w 2252662"/>
              <a:gd name="connsiteY7-52" fmla="*/ 1021556 h 1362075"/>
              <a:gd name="connsiteX0-53" fmla="*/ 0 w 2252662"/>
              <a:gd name="connsiteY0-54" fmla="*/ 340519 h 1362075"/>
              <a:gd name="connsiteX1-55" fmla="*/ 1571625 w 2252662"/>
              <a:gd name="connsiteY1-56" fmla="*/ 340519 h 1362075"/>
              <a:gd name="connsiteX2-57" fmla="*/ 1571625 w 2252662"/>
              <a:gd name="connsiteY2-58" fmla="*/ 0 h 1362075"/>
              <a:gd name="connsiteX3-59" fmla="*/ 2252662 w 2252662"/>
              <a:gd name="connsiteY3-60" fmla="*/ 681038 h 1362075"/>
              <a:gd name="connsiteX4-61" fmla="*/ 1571625 w 2252662"/>
              <a:gd name="connsiteY4-62" fmla="*/ 1362075 h 1362075"/>
              <a:gd name="connsiteX5-63" fmla="*/ 1571625 w 2252662"/>
              <a:gd name="connsiteY5-64" fmla="*/ 1021556 h 1362075"/>
              <a:gd name="connsiteX6-65" fmla="*/ 476250 w 2252662"/>
              <a:gd name="connsiteY6-66" fmla="*/ 1021556 h 1362075"/>
            </a:gdLst>
            <a:ahLst/>
            <a:cxnLst>
              <a:cxn ang="0">
                <a:pos x="connsiteX0-53" y="connsiteY0-54"/>
              </a:cxn>
              <a:cxn ang="0">
                <a:pos x="connsiteX1-55" y="connsiteY1-56"/>
              </a:cxn>
              <a:cxn ang="0">
                <a:pos x="connsiteX2-57" y="connsiteY2-58"/>
              </a:cxn>
              <a:cxn ang="0">
                <a:pos x="connsiteX3-59" y="connsiteY3-60"/>
              </a:cxn>
              <a:cxn ang="0">
                <a:pos x="connsiteX4-61" y="connsiteY4-62"/>
              </a:cxn>
              <a:cxn ang="0">
                <a:pos x="connsiteX5-63" y="connsiteY5-64"/>
              </a:cxn>
              <a:cxn ang="0">
                <a:pos x="connsiteX6-65" y="connsiteY6-66"/>
              </a:cxn>
            </a:cxnLst>
            <a:rect l="l" t="t" r="r" b="b"/>
            <a:pathLst>
              <a:path w="2252662" h="1362075">
                <a:moveTo>
                  <a:pt x="0" y="340519"/>
                </a:moveTo>
                <a:lnTo>
                  <a:pt x="1571625" y="340519"/>
                </a:lnTo>
                <a:lnTo>
                  <a:pt x="1571625" y="0"/>
                </a:lnTo>
                <a:lnTo>
                  <a:pt x="2252662" y="681038"/>
                </a:lnTo>
                <a:lnTo>
                  <a:pt x="1571625" y="1362075"/>
                </a:lnTo>
                <a:lnTo>
                  <a:pt x="1571625" y="1021556"/>
                </a:lnTo>
                <a:lnTo>
                  <a:pt x="476250" y="1021556"/>
                </a:lnTo>
              </a:path>
            </a:pathLst>
          </a:custGeom>
          <a:noFill/>
          <a:ln w="38100" cap="flat" cmpd="sng" algn="ctr">
            <a:solidFill>
              <a:srgbClr val="92D050"/>
            </a:solidFill>
            <a:prstDash val="solid"/>
            <a:miter lim="800000"/>
            <a:headEnd type="diamond" w="med" len="med"/>
            <a:tailEnd type="diamond" w="med" len="med"/>
          </a:ln>
          <a:effec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20000"/>
              </a:lnSpc>
            </a:pPr>
            <a:endParaRPr lang="zh-CN" altLang="en-US" sz="1350" b="1" dirty="0">
              <a:solidFill>
                <a:srgbClr val="1AA3AA">
                  <a:lumMod val="75000"/>
                </a:srgbClr>
              </a:solidFill>
              <a:latin typeface="微软雅黑" panose="020B0503020204020204" pitchFamily="34" charset="-122"/>
              <a:ea typeface="微软雅黑" panose="020B0503020204020204" pitchFamily="34" charset="-122"/>
              <a:cs typeface="+mj-cs"/>
              <a:sym typeface="Arial" panose="020B0604020202090204" pitchFamily="34" charset="0"/>
            </a:endParaRPr>
          </a:p>
        </p:txBody>
      </p:sp>
      <p:sp>
        <p:nvSpPr>
          <p:cNvPr id="29" name="矩形 28"/>
          <p:cNvSpPr/>
          <p:nvPr>
            <p:custDataLst>
              <p:tags r:id="rId15"/>
            </p:custDataLst>
          </p:nvPr>
        </p:nvSpPr>
        <p:spPr>
          <a:xfrm>
            <a:off x="788646" y="2996823"/>
            <a:ext cx="1413942" cy="438580"/>
          </a:xfrm>
          <a:prstGeom prst="rect">
            <a:avLst/>
          </a:prstGeom>
        </p:spPr>
        <p:txBody>
          <a:bodyPr wrap="square" anchor="ctr" anchorCtr="0"/>
          <a:lstStyle/>
          <a:p>
            <a:pPr algn="ctr">
              <a:lnSpc>
                <a:spcPct val="120000"/>
              </a:lnSpc>
            </a:pPr>
            <a:r>
              <a:rPr lang="en-US" altLang="zh-CN" sz="1400" b="1" spc="300">
                <a:solidFill>
                  <a:srgbClr val="92D050"/>
                </a:solidFill>
                <a:latin typeface="微软雅黑" panose="020B0503020204020204" pitchFamily="34" charset="-122"/>
                <a:ea typeface="微软雅黑" panose="020B0503020204020204" pitchFamily="34" charset="-122"/>
                <a:sym typeface="Arial" panose="020B0604020202090204" pitchFamily="34" charset="0"/>
              </a:rPr>
              <a:t>Polygon</a:t>
            </a:r>
            <a:endParaRPr lang="en-US" altLang="zh-CN" sz="1400" b="1" spc="300">
              <a:solidFill>
                <a:srgbClr val="92D050"/>
              </a:solidFill>
              <a:latin typeface="微软雅黑" panose="020B0503020204020204" pitchFamily="34" charset="-122"/>
              <a:ea typeface="微软雅黑" panose="020B0503020204020204" pitchFamily="34" charset="-122"/>
              <a:sym typeface="Arial" panose="020B0604020202090204" pitchFamily="34" charset="0"/>
            </a:endParaRPr>
          </a:p>
        </p:txBody>
      </p:sp>
      <p:sp>
        <p:nvSpPr>
          <p:cNvPr id="30" name="矩形 29"/>
          <p:cNvSpPr/>
          <p:nvPr>
            <p:custDataLst>
              <p:tags r:id="rId16"/>
            </p:custDataLst>
          </p:nvPr>
        </p:nvSpPr>
        <p:spPr>
          <a:xfrm>
            <a:off x="2250440" y="2834005"/>
            <a:ext cx="1782445" cy="751840"/>
          </a:xfrm>
          <a:prstGeom prst="rect">
            <a:avLst/>
          </a:prstGeom>
        </p:spPr>
        <p:txBody>
          <a:bodyPr wrap="square" anchor="ctr" anchorCtr="0">
            <a:normAutofit/>
          </a:bodyPr>
          <a:p>
            <a:pPr algn="l">
              <a:lnSpc>
                <a:spcPct val="120000"/>
              </a:lnSpc>
            </a:pPr>
            <a:r>
              <a:rPr lang="zh-CN" altLang="en-US" sz="1200" spc="150">
                <a:latin typeface="微软雅黑" panose="020B0503020204020204" pitchFamily="34" charset="-122"/>
                <a:ea typeface="微软雅黑" panose="020B0503020204020204" pitchFamily="34" charset="-122"/>
              </a:rPr>
              <a:t>通过支持</a:t>
            </a:r>
            <a:r>
              <a:rPr lang="en-US" altLang="zh-CN" sz="1200" spc="150">
                <a:latin typeface="微软雅黑" panose="020B0503020204020204" pitchFamily="34" charset="-122"/>
                <a:ea typeface="微软雅黑" panose="020B0503020204020204" pitchFamily="34" charset="-122"/>
              </a:rPr>
              <a:t>4337</a:t>
            </a:r>
            <a:r>
              <a:rPr lang="zh-CN" altLang="en-US" sz="1200" spc="150">
                <a:latin typeface="微软雅黑" panose="020B0503020204020204" pitchFamily="34" charset="-122"/>
                <a:ea typeface="微软雅黑" panose="020B0503020204020204" pitchFamily="34" charset="-122"/>
              </a:rPr>
              <a:t>相关产品</a:t>
            </a:r>
            <a:r>
              <a:rPr lang="zh-CN" altLang="en-US" sz="1200" spc="150">
                <a:latin typeface="微软雅黑" panose="020B0503020204020204" pitchFamily="34" charset="-122"/>
                <a:ea typeface="微软雅黑" panose="020B0503020204020204" pitchFamily="34" charset="-122"/>
              </a:rPr>
              <a:t>实现账户抽象</a:t>
            </a:r>
            <a:endParaRPr lang="zh-CN" altLang="en-US" sz="1200" spc="150">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3"/>
          <p:cNvSpPr>
            <a:spLocks noChangeArrowheads="1"/>
          </p:cNvSpPr>
          <p:nvPr/>
        </p:nvSpPr>
        <p:spPr bwMode="auto">
          <a:xfrm>
            <a:off x="698788" y="3697013"/>
            <a:ext cx="6797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3130">
              <a:defRPr>
                <a:solidFill>
                  <a:schemeClr val="tx1"/>
                </a:solidFill>
                <a:latin typeface="微软雅黑" panose="020B0503020204020204" pitchFamily="34" charset="-122"/>
                <a:ea typeface="宋体" pitchFamily="2" charset="-122"/>
              </a:defRPr>
            </a:lvl1pPr>
            <a:lvl2pPr marL="742950" indent="-285750" defTabSz="913130">
              <a:defRPr>
                <a:solidFill>
                  <a:schemeClr val="tx1"/>
                </a:solidFill>
                <a:latin typeface="微软雅黑" panose="020B0503020204020204" pitchFamily="34" charset="-122"/>
                <a:ea typeface="宋体" pitchFamily="2" charset="-122"/>
              </a:defRPr>
            </a:lvl2pPr>
            <a:lvl3pPr marL="1143000" indent="-228600" defTabSz="913130">
              <a:defRPr>
                <a:solidFill>
                  <a:schemeClr val="tx1"/>
                </a:solidFill>
                <a:latin typeface="微软雅黑" panose="020B0503020204020204" pitchFamily="34" charset="-122"/>
                <a:ea typeface="宋体" pitchFamily="2" charset="-122"/>
              </a:defRPr>
            </a:lvl3pPr>
            <a:lvl4pPr marL="1600200" indent="-228600" defTabSz="913130">
              <a:defRPr>
                <a:solidFill>
                  <a:schemeClr val="tx1"/>
                </a:solidFill>
                <a:latin typeface="微软雅黑" panose="020B0503020204020204" pitchFamily="34" charset="-122"/>
                <a:ea typeface="宋体" pitchFamily="2" charset="-122"/>
              </a:defRPr>
            </a:lvl4pPr>
            <a:lvl5pPr marL="2057400" indent="-228600" defTabSz="913130">
              <a:defRPr>
                <a:solidFill>
                  <a:schemeClr val="tx1"/>
                </a:solidFill>
                <a:latin typeface="微软雅黑" panose="020B0503020204020204" pitchFamily="34" charset="-122"/>
                <a:ea typeface="宋体" pitchFamily="2" charset="-122"/>
              </a:defRPr>
            </a:lvl5pPr>
            <a:lvl6pPr marL="25146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6pPr>
            <a:lvl7pPr marL="29718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7pPr>
            <a:lvl8pPr marL="34290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8pPr>
            <a:lvl9pPr marL="3886200" indent="-228600" defTabSz="913130" eaLnBrk="0" fontAlgn="base" hangingPunct="0">
              <a:spcBef>
                <a:spcPct val="0"/>
              </a:spcBef>
              <a:spcAft>
                <a:spcPct val="0"/>
              </a:spcAft>
              <a:defRPr>
                <a:solidFill>
                  <a:schemeClr val="tx1"/>
                </a:solidFill>
                <a:latin typeface="微软雅黑" panose="020B0503020204020204" pitchFamily="34" charset="-122"/>
                <a:ea typeface="宋体" pitchFamily="2" charset="-122"/>
              </a:defRPr>
            </a:lvl9pPr>
          </a:lstStyle>
          <a:p>
            <a:pPr eaLnBrk="1" hangingPunct="1">
              <a:defRPr/>
            </a:pPr>
            <a:r>
              <a:rPr lang="zh-CN" altLang="en-US" spc="600" dirty="0">
                <a:solidFill>
                  <a:schemeClr val="bg1"/>
                </a:solidFill>
                <a:latin typeface="Arial" panose="020B0604020202090204" pitchFamily="34" charset="0"/>
                <a:ea typeface="方正兰亭黑简体" panose="02000000000000000000" pitchFamily="2" charset="-122"/>
                <a:sym typeface="Arial" panose="020B0604020202090204" pitchFamily="34" charset="0"/>
              </a:rPr>
              <a:t>联易</a:t>
            </a:r>
            <a:r>
              <a:rPr lang="zh-CN" altLang="en-US" spc="600"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融数字科技集团有限公司</a:t>
            </a:r>
            <a:endParaRPr lang="en-US" altLang="zh-CN" spc="600" dirty="0">
              <a:solidFill>
                <a:schemeClr val="bg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22" name="文本框 21"/>
          <p:cNvSpPr txBox="1"/>
          <p:nvPr/>
        </p:nvSpPr>
        <p:spPr>
          <a:xfrm>
            <a:off x="601806" y="2496684"/>
            <a:ext cx="4930475"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913130" hangingPunct="1">
              <a:defRPr/>
            </a:pPr>
            <a:r>
              <a:rPr lang="en-US" altLang="zh-CN" sz="7200" b="1" dirty="0" smtClean="0">
                <a:solidFill>
                  <a:schemeClr val="bg1"/>
                </a:solidFill>
                <a:latin typeface="Arial" panose="020B0604020202090204" pitchFamily="34" charset="0"/>
                <a:ea typeface="方正兰亭黑简体" panose="02000000000000000000" pitchFamily="2" charset="-122"/>
                <a:sym typeface="Arial" panose="020B0604020202090204" pitchFamily="34" charset="0"/>
              </a:rPr>
              <a:t>THANKS</a:t>
            </a:r>
            <a:endParaRPr lang="en-US" altLang="zh-CN" sz="7200" b="1" dirty="0">
              <a:solidFill>
                <a:schemeClr val="bg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4" name="0755-23915717…"/>
          <p:cNvSpPr txBox="1"/>
          <p:nvPr/>
        </p:nvSpPr>
        <p:spPr>
          <a:xfrm>
            <a:off x="2040040" y="5179250"/>
            <a:ext cx="3533806" cy="774379"/>
          </a:xfrm>
          <a:prstGeom prst="rect">
            <a:avLst/>
          </a:prstGeom>
          <a:ln w="12700">
            <a:miter lim="400000"/>
          </a:ln>
        </p:spPr>
        <p:txBody>
          <a:bodyPr wrap="square" lIns="0" tIns="0" rIns="0" bIns="0">
            <a:spAutoFit/>
          </a:bodyPr>
          <a:lstStyle/>
          <a:p>
            <a:pPr>
              <a:spcBef>
                <a:spcPts val="100"/>
              </a:spcBef>
              <a:defRPr sz="9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000" dirty="0">
                <a:solidFill>
                  <a:schemeClr val="bg1"/>
                </a:solidFill>
                <a:latin typeface="Arial" panose="020B0604020202090204" pitchFamily="34" charset="0"/>
                <a:ea typeface="方正兰亭黑简体" panose="02000000000000000000" pitchFamily="2" charset="-122"/>
                <a:sym typeface="Arial" panose="020B0604020202090204" pitchFamily="34" charset="0"/>
              </a:rPr>
              <a:t>0755-23915717</a:t>
            </a:r>
            <a:endParaRPr sz="1000" dirty="0">
              <a:solidFill>
                <a:schemeClr val="bg1"/>
              </a:solidFill>
              <a:latin typeface="Arial" panose="020B0604020202090204" pitchFamily="34" charset="0"/>
              <a:ea typeface="方正兰亭黑简体" panose="02000000000000000000" pitchFamily="2" charset="-122"/>
              <a:sym typeface="Arial" panose="020B0604020202090204" pitchFamily="34" charset="0"/>
            </a:endParaRPr>
          </a:p>
          <a:p>
            <a:pPr>
              <a:lnSpc>
                <a:spcPts val="2500"/>
              </a:lnSpc>
              <a:spcBef>
                <a:spcPts val="100"/>
              </a:spcBef>
              <a:defRPr sz="9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000" dirty="0">
                <a:solidFill>
                  <a:schemeClr val="bg1"/>
                </a:solidFill>
                <a:uFill>
                  <a:solidFill>
                    <a:srgbClr val="0563C1"/>
                  </a:solidFill>
                </a:uFill>
                <a:latin typeface="Arial" panose="020B0604020202090204" pitchFamily="34" charset="0"/>
                <a:ea typeface="方正兰亭黑简体" panose="02000000000000000000" pitchFamily="2" charset="-122"/>
                <a:sym typeface="Arial" panose="020B0604020202090204" pitchFamily="34" charset="0"/>
              </a:rPr>
              <a:t>www.linklogis.com </a:t>
            </a:r>
            <a:endParaRPr sz="1000" dirty="0">
              <a:solidFill>
                <a:schemeClr val="bg1"/>
              </a:solidFill>
              <a:uFill>
                <a:solidFill>
                  <a:srgbClr val="0563C1"/>
                </a:solidFill>
              </a:uFill>
              <a:latin typeface="Arial" panose="020B0604020202090204" pitchFamily="34" charset="0"/>
              <a:ea typeface="方正兰亭黑简体" panose="02000000000000000000" pitchFamily="2" charset="-122"/>
              <a:sym typeface="Arial" panose="020B0604020202090204" pitchFamily="34" charset="0"/>
            </a:endParaRPr>
          </a:p>
          <a:p>
            <a:pPr>
              <a:lnSpc>
                <a:spcPts val="2500"/>
              </a:lnSpc>
              <a:spcBef>
                <a:spcPts val="100"/>
              </a:spcBef>
              <a:defRPr sz="9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000" dirty="0">
                <a:solidFill>
                  <a:schemeClr val="bg1"/>
                </a:solidFill>
                <a:latin typeface="Arial" panose="020B0604020202090204" pitchFamily="34" charset="0"/>
                <a:ea typeface="方正兰亭黑简体" panose="02000000000000000000" pitchFamily="2" charset="-122"/>
                <a:sym typeface="Arial" panose="020B0604020202090204" pitchFamily="34" charset="0"/>
              </a:rPr>
              <a:t>深圳市南山区科苑南路3099号中国储能大厦35楼、36楼</a:t>
            </a:r>
            <a:endParaRPr sz="1000" dirty="0">
              <a:solidFill>
                <a:schemeClr val="bg1"/>
              </a:solidFill>
              <a:latin typeface="Arial" panose="020B0604020202090204" pitchFamily="34" charset="0"/>
              <a:ea typeface="方正兰亭黑简体" panose="02000000000000000000" pitchFamily="2" charset="-122"/>
              <a:sym typeface="Arial" panose="020B0604020202090204" pitchFamily="34" charset="0"/>
            </a:endParaRPr>
          </a:p>
        </p:txBody>
      </p:sp>
      <p:sp>
        <p:nvSpPr>
          <p:cNvPr id="5" name="文本"/>
          <p:cNvSpPr txBox="1"/>
          <p:nvPr/>
        </p:nvSpPr>
        <p:spPr>
          <a:xfrm>
            <a:off x="2075729" y="5825925"/>
            <a:ext cx="161926" cy="139701"/>
          </a:xfrm>
          <a:prstGeom prst="rect">
            <a:avLst/>
          </a:prstGeom>
          <a:ln w="12700">
            <a:miter lim="400000"/>
          </a:ln>
        </p:spPr>
        <p:txBody>
          <a:bodyPr lIns="0" tIns="0" rIns="0" bIns="0">
            <a:spAutoFit/>
          </a:bodyPr>
          <a:lstStyle>
            <a:lvl1pPr indent="12700">
              <a:spcBef>
                <a:spcPts val="100"/>
              </a:spcBef>
              <a:defRPr sz="900" u="sng">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latin typeface="Arial" panose="020B0604020202090204" pitchFamily="34" charset="0"/>
                <a:ea typeface="方正兰亭黑简体" panose="02000000000000000000" pitchFamily="2" charset="-122"/>
                <a:sym typeface="Arial" panose="020B0604020202090204" pitchFamily="34" charset="0"/>
              </a:rPr>
              <a:t>  </a:t>
            </a: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6" name="正方形"/>
          <p:cNvSpPr/>
          <p:nvPr/>
        </p:nvSpPr>
        <p:spPr>
          <a:xfrm>
            <a:off x="1686792" y="5151580"/>
            <a:ext cx="227013" cy="230188"/>
          </a:xfrm>
          <a:prstGeom prst="rect">
            <a:avLst/>
          </a:prstGeom>
          <a:blipFill>
            <a:blip r:embed="rId1"/>
            <a:stretch>
              <a:fillRect/>
            </a:stretch>
          </a:blipFill>
          <a:ln w="12700">
            <a:miter lim="400000"/>
          </a:ln>
        </p:spPr>
        <p:txBody>
          <a:bodyPr lIns="45719" rIns="45719"/>
          <a:lstStyle/>
          <a:p>
            <a:pPr defTabSz="914400">
              <a:def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7" name="正方形"/>
          <p:cNvSpPr/>
          <p:nvPr/>
        </p:nvSpPr>
        <p:spPr>
          <a:xfrm>
            <a:off x="1685204" y="5467493"/>
            <a:ext cx="227013" cy="227013"/>
          </a:xfrm>
          <a:prstGeom prst="rect">
            <a:avLst/>
          </a:prstGeom>
          <a:blipFill>
            <a:blip r:embed="rId2"/>
            <a:stretch>
              <a:fillRect/>
            </a:stretch>
          </a:blipFill>
          <a:ln w="12700">
            <a:miter lim="400000"/>
          </a:ln>
        </p:spPr>
        <p:txBody>
          <a:bodyPr lIns="45719" rIns="45719"/>
          <a:lstStyle/>
          <a:p>
            <a:pPr defTabSz="914400">
              <a:def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dirty="0">
              <a:latin typeface="Arial" panose="020B0604020202090204" pitchFamily="34" charset="0"/>
              <a:ea typeface="方正兰亭黑简体" panose="02000000000000000000" pitchFamily="2" charset="-122"/>
              <a:sym typeface="Arial" panose="020B0604020202090204" pitchFamily="34" charset="0"/>
            </a:endParaRPr>
          </a:p>
        </p:txBody>
      </p:sp>
      <p:sp>
        <p:nvSpPr>
          <p:cNvPr id="8" name="正方形"/>
          <p:cNvSpPr/>
          <p:nvPr/>
        </p:nvSpPr>
        <p:spPr>
          <a:xfrm>
            <a:off x="1686792" y="5781818"/>
            <a:ext cx="227013" cy="227013"/>
          </a:xfrm>
          <a:prstGeom prst="rect">
            <a:avLst/>
          </a:prstGeom>
          <a:blipFill>
            <a:blip r:embed="rId3"/>
            <a:stretch>
              <a:fillRect/>
            </a:stretch>
          </a:blipFill>
          <a:ln w="12700">
            <a:miter lim="400000"/>
          </a:ln>
        </p:spPr>
        <p:txBody>
          <a:bodyPr lIns="45719" rIns="45719"/>
          <a:lstStyle/>
          <a:p>
            <a:pPr defTabSz="914400">
              <a:def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dirty="0">
              <a:latin typeface="Arial" panose="020B0604020202090204" pitchFamily="34" charset="0"/>
              <a:ea typeface="方正兰亭黑简体" panose="02000000000000000000" pitchFamily="2" charset="-122"/>
              <a:sym typeface="Arial" panose="020B0604020202090204" pitchFamily="34" charset="0"/>
            </a:endParaRPr>
          </a:p>
        </p:txBody>
      </p:sp>
      <p:pic>
        <p:nvPicPr>
          <p:cNvPr id="9" name="新logo二维码.jpg" descr="新logo二维码.jpg"/>
          <p:cNvPicPr>
            <a:picLocks noChangeAspect="1"/>
          </p:cNvPicPr>
          <p:nvPr/>
        </p:nvPicPr>
        <p:blipFill>
          <a:blip r:embed="rId4"/>
          <a:stretch>
            <a:fillRect/>
          </a:stretch>
        </p:blipFill>
        <p:spPr>
          <a:xfrm>
            <a:off x="781918" y="5179250"/>
            <a:ext cx="775463" cy="775463"/>
          </a:xfrm>
          <a:prstGeom prst="rect">
            <a:avLst/>
          </a:prstGeom>
          <a:ln w="12700">
            <a:miter lim="400000"/>
            <a:headEnd/>
            <a:tailEnd/>
          </a:ln>
        </p:spPr>
      </p:pic>
    </p:spTree>
  </p:cSld>
  <p:clrMapOvr>
    <a:masterClrMapping/>
  </p:clrMapOvr>
  <p:transition spd="med"/>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ISLIDE.VECTOR" val="#262136;"/>
  <p:tag name="ISLIDE.ICON" val="#112529;"/>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ISLIDE.VECTOR" val="#262136;"/>
</p:tagLst>
</file>

<file path=ppt/tags/tag32.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4_2"/>
  <p:tag name="KSO_WM_UNIT_ID" val="diagram20170390_3*l_h_i*1_4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5"/>
  <p:tag name="KSO_WM_UNIT_LINE_FILL_TYPE" val="2"/>
</p:tagLst>
</file>

<file path=ppt/tags/tag33.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3_2"/>
  <p:tag name="KSO_WM_UNIT_ID" val="diagram20170390_3*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8"/>
  <p:tag name="KSO_WM_UNIT_LINE_FILL_TYPE" val="2"/>
</p:tagLst>
</file>

<file path=ppt/tags/tag34.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2_2"/>
  <p:tag name="KSO_WM_UNIT_ID" val="diagram20170390_3*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7"/>
  <p:tag name="KSO_WM_UNIT_LINE_FILL_TYPE" val="2"/>
</p:tagLst>
</file>

<file path=ppt/tags/tag35.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1_2"/>
  <p:tag name="KSO_WM_UNIT_ID" val="diagram20170390_3*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6"/>
  <p:tag name="KSO_WM_UNIT_LINE_FILL_TYPE" val="2"/>
</p:tagLst>
</file>

<file path=ppt/tags/tag36.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2_1"/>
  <p:tag name="KSO_WM_UNIT_ID" val="diagram20170390_3*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1_1"/>
  <p:tag name="KSO_WM_UNIT_ID" val="diagram20170390_3*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4_1"/>
  <p:tag name="KSO_WM_UNIT_ID" val="diagram20170390_3*l_h_i*1_4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3_1"/>
  <p:tag name="KSO_WM_UNIT_ID" val="diagram20170390_3*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8"/>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1_1"/>
  <p:tag name="KSO_WM_UNIT_ID" val="diagram20170390_3*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SUBTYPE" val="d"/>
  <p:tag name="KSO_WM_UNIT_TEXT_FILL_FORE_SCHEMECOLOR_INDEX" val="14"/>
  <p:tag name="KSO_WM_UNIT_TEXT_FILL_TYPE" val="1"/>
</p:tagLst>
</file>

<file path=ppt/tags/tag41.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3_1"/>
  <p:tag name="KSO_WM_UNIT_ID" val="diagram20170390_3*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SUBTYPE" val="d"/>
  <p:tag name="KSO_WM_UNIT_TEXT_FILL_FORE_SCHEMECOLOR_INDEX" val="14"/>
  <p:tag name="KSO_WM_UNIT_TEXT_FILL_TYPE" val="1"/>
</p:tagLst>
</file>

<file path=ppt/tags/tag42.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4_1"/>
  <p:tag name="KSO_WM_UNIT_ID" val="diagram20170390_3*l_h_i*1_4_1"/>
  <p:tag name="KSO_WM_UNIT_LAYERLEVEL" val="1_1_1"/>
  <p:tag name="KSO_WM_DIAGRAM_GROUP_CODE" val="l1-1"/>
  <p:tag name="KSO_WM_UNIT_HIGHLIGHT" val="0"/>
  <p:tag name="KSO_WM_UNIT_COMPATIBLE" val="0"/>
  <p:tag name="KSO_WM_UNIT_DIAGRAM_ISNUMVISUAL" val="0"/>
  <p:tag name="KSO_WM_UNIT_DIAGRAM_ISREFERUNIT" val="0"/>
  <p:tag name="KSO_WM_UNIT_SUBTYPE" val="d"/>
  <p:tag name="KSO_WM_UNIT_TEXT_FILL_FORE_SCHEMECOLOR_INDEX" val="14"/>
  <p:tag name="KSO_WM_UNIT_TEXT_FILL_TYPE" val="1"/>
</p:tagLst>
</file>

<file path=ppt/tags/tag43.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2_1"/>
  <p:tag name="KSO_WM_UNIT_ID" val="diagram20170390_3*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SUBTYPE" val="d"/>
  <p:tag name="KSO_WM_UNIT_TEXT_FILL_FORE_SCHEMECOLOR_INDEX" val="14"/>
  <p:tag name="KSO_WM_UNIT_TEXT_FILL_TYPE" val="1"/>
</p:tagLst>
</file>

<file path=ppt/tags/tag44.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1_1"/>
  <p:tag name="KSO_WM_UNIT_LAYERLEVEL" val="1_1_1"/>
  <p:tag name="KSO_WM_UNIT_VALUE" val="10"/>
  <p:tag name="KSO_WM_UNIT_HIGHLIGHT" val="0"/>
  <p:tag name="KSO_WM_UNIT_COMPATIBLE" val="0"/>
  <p:tag name="KSO_WM_DIAGRAM_GROUP_CODE" val="l1-1"/>
  <p:tag name="KSO_WM_UNIT_ID" val="diagram20170390_3*l_h_a*1_1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45.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4_1"/>
  <p:tag name="KSO_WM_UNIT_LAYERLEVEL" val="1_1_1"/>
  <p:tag name="KSO_WM_UNIT_VALUE" val="10"/>
  <p:tag name="KSO_WM_UNIT_HIGHLIGHT" val="0"/>
  <p:tag name="KSO_WM_UNIT_COMPATIBLE" val="0"/>
  <p:tag name="KSO_WM_DIAGRAM_GROUP_CODE" val="l1-1"/>
  <p:tag name="KSO_WM_UNIT_ID" val="diagram20170390_3*l_h_a*1_4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46.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2_1"/>
  <p:tag name="KSO_WM_UNIT_LAYERLEVEL" val="1_1_1"/>
  <p:tag name="KSO_WM_UNIT_VALUE" val="10"/>
  <p:tag name="KSO_WM_UNIT_HIGHLIGHT" val="0"/>
  <p:tag name="KSO_WM_UNIT_COMPATIBLE" val="0"/>
  <p:tag name="KSO_WM_DIAGRAM_GROUP_CODE" val="l1-1"/>
  <p:tag name="KSO_WM_UNIT_ID" val="diagram20170390_3*l_h_a*1_2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47.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3_1"/>
  <p:tag name="KSO_WM_UNIT_LAYERLEVEL" val="1_1_1"/>
  <p:tag name="KSO_WM_UNIT_VALUE" val="10"/>
  <p:tag name="KSO_WM_UNIT_HIGHLIGHT" val="0"/>
  <p:tag name="KSO_WM_UNIT_COMPATIBLE" val="0"/>
  <p:tag name="KSO_WM_DIAGRAM_GROUP_CODE" val="l1-1"/>
  <p:tag name="KSO_WM_UNIT_ID" val="diagram20170390_3*l_h_a*1_3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48.xml><?xml version="1.0" encoding="utf-8"?>
<p:tagLst xmlns:p="http://schemas.openxmlformats.org/presentationml/2006/main">
  <p:tag name="ISLIDE.VECTOR" val="#262136;"/>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1_1"/>
  <p:tag name="KSO_WM_UNIT_ID" val="diagram20168734_4*l_h_i*1_1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Lst>
</file>

<file path=ppt/tags/tag52.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1_2"/>
  <p:tag name="KSO_WM_UNIT_ID" val="diagram20168734_4*l_h_i*1_1_2"/>
  <p:tag name="KSO_WM_UNIT_LAYERLEVEL" val="1_1_1"/>
  <p:tag name="KSO_WM_DIAGRAM_GROUP_CODE" val="l1-1"/>
  <p:tag name="KSO_WM_UNIT_FILL_FORE_SCHEMECOLOR_INDEX" val="5"/>
  <p:tag name="KSO_WM_UNIT_FILL_TYPE" val="1"/>
  <p:tag name="KSO_WM_UNIT_TEXT_FILL_FORE_SCHEMECOLOR_INDEX" val="13"/>
  <p:tag name="KSO_WM_UNIT_TEXT_FILL_TYPE" val="1"/>
</p:tagLst>
</file>

<file path=ppt/tags/tag53.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2_1"/>
  <p:tag name="KSO_WM_UNIT_ID" val="diagram20168734_4*l_h_i*1_2_1"/>
  <p:tag name="KSO_WM_UNIT_LAYERLEVEL" val="1_1_1"/>
  <p:tag name="KSO_WM_DIAGRAM_GROUP_CODE" val="l1-1"/>
  <p:tag name="KSO_WM_UNIT_FILL_FORE_SCHEMECOLOR_INDEX" val="6"/>
  <p:tag name="KSO_WM_UNIT_FILL_TYPE" val="1"/>
  <p:tag name="KSO_WM_UNIT_TEXT_FILL_FORE_SCHEMECOLOR_INDEX" val="13"/>
  <p:tag name="KSO_WM_UNIT_TEXT_FILL_TYPE" val="1"/>
</p:tagLst>
</file>

<file path=ppt/tags/tag54.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2_2"/>
  <p:tag name="KSO_WM_UNIT_ID" val="diagram20168734_4*l_h_i*1_2_2"/>
  <p:tag name="KSO_WM_UNIT_LAYERLEVEL" val="1_1_1"/>
  <p:tag name="KSO_WM_DIAGRAM_GROUP_CODE" val="l1-1"/>
  <p:tag name="KSO_WM_UNIT_FILL_FORE_SCHEMECOLOR_INDEX" val="6"/>
  <p:tag name="KSO_WM_UNIT_FILL_TYPE" val="1"/>
  <p:tag name="KSO_WM_UNIT_TEXT_FILL_FORE_SCHEMECOLOR_INDEX" val="13"/>
  <p:tag name="KSO_WM_UNIT_TEXT_FILL_TYPE" val="1"/>
</p:tagLst>
</file>

<file path=ppt/tags/tag55.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3_1"/>
  <p:tag name="KSO_WM_UNIT_ID" val="diagram20168734_4*l_h_i*1_3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3_2"/>
  <p:tag name="KSO_WM_UNIT_ID" val="diagram20168734_4*l_h_i*1_3_2"/>
  <p:tag name="KSO_WM_UNIT_LAYERLEVEL" val="1_1_1"/>
  <p:tag name="KSO_WM_DIAGRAM_GROUP_CODE" val="l1-1"/>
  <p:tag name="KSO_WM_UNIT_FILL_FORE_SCHEMECOLOR_INDEX" val="5"/>
  <p:tag name="KSO_WM_UNIT_FILL_TYPE" val="1"/>
  <p:tag name="KSO_WM_UNIT_TEXT_FILL_FORE_SCHEMECOLOR_INDEX" val="13"/>
  <p:tag name="KSO_WM_UNIT_TEXT_FILL_TYPE" val="1"/>
</p:tagLst>
</file>

<file path=ppt/tags/tag57.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4_1"/>
  <p:tag name="KSO_WM_UNIT_ID" val="diagram20168734_4*l_h_i*1_4_1"/>
  <p:tag name="KSO_WM_UNIT_LAYERLEVEL" val="1_1_1"/>
  <p:tag name="KSO_WM_DIAGRAM_GROUP_CODE" val="l1-1"/>
  <p:tag name="KSO_WM_UNIT_FILL_FORE_SCHEMECOLOR_INDEX" val="6"/>
  <p:tag name="KSO_WM_UNIT_FILL_TYPE" val="1"/>
  <p:tag name="KSO_WM_UNIT_TEXT_FILL_FORE_SCHEMECOLOR_INDEX" val="13"/>
  <p:tag name="KSO_WM_UNIT_TEXT_FILL_TYPE" val="1"/>
</p:tagLst>
</file>

<file path=ppt/tags/tag58.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4_2"/>
  <p:tag name="KSO_WM_UNIT_ID" val="diagram20168734_4*l_h_i*1_4_2"/>
  <p:tag name="KSO_WM_UNIT_LAYERLEVEL" val="1_1_1"/>
  <p:tag name="KSO_WM_DIAGRAM_GROUP_CODE" val="l1-1"/>
  <p:tag name="KSO_WM_UNIT_FILL_FORE_SCHEMECOLOR_INDEX" val="6"/>
  <p:tag name="KSO_WM_UNIT_FILL_TYPE" val="1"/>
  <p:tag name="KSO_WM_UNIT_TEXT_FILL_FORE_SCHEMECOLOR_INDEX" val="13"/>
  <p:tag name="KSO_WM_UNIT_TEXT_FILL_TYPE" val="1"/>
</p:tagLst>
</file>

<file path=ppt/tags/tag59.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1_3"/>
  <p:tag name="KSO_WM_UNIT_ID" val="diagram20168734_4*l_h_i*1_1_3"/>
  <p:tag name="KSO_WM_UNIT_LAYERLEVEL" val="1_1_1"/>
  <p:tag name="KSO_WM_DIAGRAM_GROUP_CODE" val="l1-1"/>
  <p:tag name="KSO_WM_UNIT_SHADOW_SCHEMECOLOR_INDEX" val="16"/>
  <p:tag name="KSO_WM_UNIT_TEXT_FILL_FORE_SCHEMECOLOR_INDEX" val="13"/>
  <p:tag name="KSO_WM_UNIT_TEXT_FILL_TYPE" val="1"/>
</p:tagLst>
</file>

<file path=ppt/tags/tag60.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3_3"/>
  <p:tag name="KSO_WM_UNIT_ID" val="diagram20168734_4*l_h_i*1_3_3"/>
  <p:tag name="KSO_WM_UNIT_LAYERLEVEL" val="1_1_1"/>
  <p:tag name="KSO_WM_DIAGRAM_GROUP_CODE" val="l1-1"/>
  <p:tag name="KSO_WM_UNIT_SHADOW_SCHEMECOLOR_INDEX" val="16"/>
  <p:tag name="KSO_WM_UNIT_TEXT_FILL_FORE_SCHEMECOLOR_INDEX" val="13"/>
  <p:tag name="KSO_WM_UNIT_TEXT_FILL_TYPE" val="1"/>
</p:tagLst>
</file>

<file path=ppt/tags/tag61.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2_3"/>
  <p:tag name="KSO_WM_UNIT_ID" val="diagram20168734_4*l_h_i*1_2_3"/>
  <p:tag name="KSO_WM_UNIT_LAYERLEVEL" val="1_1_1"/>
  <p:tag name="KSO_WM_DIAGRAM_GROUP_CODE" val="l1-1"/>
  <p:tag name="KSO_WM_UNIT_SHADOW_SCHEMECOLOR_INDEX" val="16"/>
  <p:tag name="KSO_WM_UNIT_TEXT_FILL_FORE_SCHEMECOLOR_INDEX" val="13"/>
  <p:tag name="KSO_WM_UNIT_TEXT_FILL_TYPE" val="1"/>
</p:tagLst>
</file>

<file path=ppt/tags/tag62.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i"/>
  <p:tag name="KSO_WM_UNIT_INDEX" val="1_4_3"/>
  <p:tag name="KSO_WM_UNIT_ID" val="diagram20168734_4*l_h_i*1_4_3"/>
  <p:tag name="KSO_WM_UNIT_LAYERLEVEL" val="1_1_1"/>
  <p:tag name="KSO_WM_DIAGRAM_GROUP_CODE" val="l1-1"/>
  <p:tag name="KSO_WM_UNIT_SHADOW_SCHEMECOLOR_INDEX" val="16"/>
  <p:tag name="KSO_WM_UNIT_TEXT_FILL_FORE_SCHEMECOLOR_INDEX" val="13"/>
  <p:tag name="KSO_WM_UNIT_TEXT_FILL_TYPE"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f"/>
  <p:tag name="KSO_WM_UNIT_INDEX" val="1_4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l1-1"/>
  <p:tag name="KSO_WM_UNIT_ID" val="diagram20168734_4*l_h_f*1_4_1"/>
  <p:tag name="KSO_WM_UNIT_TEXT_FILL_FORE_SCHEMECOLOR_INDEX" val="13"/>
  <p:tag name="KSO_WM_UNIT_TEXT_FILL_TYPE" val="1"/>
</p:tagLst>
</file>

<file path=ppt/tags/tag66.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f"/>
  <p:tag name="KSO_WM_UNIT_INDEX" val="1_2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l1-1"/>
  <p:tag name="KSO_WM_UNIT_ID" val="diagram20168734_4*l_h_f*1_2_1"/>
  <p:tag name="KSO_WM_UNIT_TEXT_FILL_FORE_SCHEMECOLOR_INDEX" val="13"/>
  <p:tag name="KSO_WM_UNIT_TEXT_FILL_TYPE" val="1"/>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f"/>
  <p:tag name="KSO_WM_UNIT_INDEX" val="1_3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l1-1"/>
  <p:tag name="KSO_WM_UNIT_ID" val="diagram20168734_4*l_h_f*1_3_1"/>
  <p:tag name="KSO_WM_UNIT_TEXT_FILL_FORE_SCHEMECOLOR_INDEX" val="13"/>
  <p:tag name="KSO_WM_UNIT_TEXT_FILL_TYPE" val="1"/>
</p:tagLst>
</file>

<file path=ppt/tags/tag69.xml><?xml version="1.0" encoding="utf-8"?>
<p:tagLst xmlns:p="http://schemas.openxmlformats.org/presentationml/2006/main">
  <p:tag name="KSO_WM_TAG_VERSION" val="1.0"/>
  <p:tag name="KSO_WM_BEAUTIFY_FLAG" val="#wm#"/>
  <p:tag name="KSO_WM_TEMPLATE_CATEGORY" val="diagram"/>
  <p:tag name="KSO_WM_TEMPLATE_INDEX" val="20168734"/>
  <p:tag name="KSO_WM_UNIT_TYPE" val="l_h_f"/>
  <p:tag name="KSO_WM_UNIT_INDEX" val="1_1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l1-1"/>
  <p:tag name="KSO_WM_UNIT_ID" val="diagram20168734_4*l_h_f*1_1_1"/>
  <p:tag name="KSO_WM_UNIT_TEXT_FILL_FORE_SCHEMECOLOR_INDEX" val="13"/>
  <p:tag name="KSO_WM_UNIT_TEXT_FILL_TYPE" val="1"/>
</p:tagLst>
</file>

<file path=ppt/tags/tag70.xml><?xml version="1.0" encoding="utf-8"?>
<p:tagLst xmlns:p="http://schemas.openxmlformats.org/presentationml/2006/main">
  <p:tag name="TABLE_ENDDRAG_ORIGIN_RECT" val="745*415"/>
  <p:tag name="TABLE_ENDDRAG_RECT" val="114*86*745*415"/>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ISLIDE.VECTOR" val="#262136;"/>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TABLE_ENDDRAG_ORIGIN_RECT" val="536*357"/>
  <p:tag name="TABLE_ENDDRAG_RECT" val="378*129*536*357"/>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686_3*l_h_i*1_1_1"/>
  <p:tag name="KSO_WM_TEMPLATE_CATEGORY" val="diagram"/>
  <p:tag name="KSO_WM_TEMPLATE_INDEX" val="686"/>
  <p:tag name="KSO_WM_UNIT_LAYERLEVEL" val="1_1_1"/>
  <p:tag name="KSO_WM_TAG_VERSION" val="1.0"/>
  <p:tag name="KSO_WM_BEAUTIFY_FLAG" val="#wm#"/>
  <p:tag name="KSO_WM_UNIT_LINE_FORE_SCHEMECOLOR_INDEX" val="5"/>
  <p:tag name="KSO_WM_UNIT_LINE_FILL_TYPE" val="2"/>
  <p:tag name="KSO_WM_UNIT_TEXT_FILL_FORE_SCHEMECOLOR_INDEX" val="5"/>
  <p:tag name="KSO_WM_UNIT_TEXT_FILL_TYPE" val="1"/>
</p:tagLst>
</file>

<file path=ppt/tags/tag194.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686_3*l_h_f*1_1_1"/>
  <p:tag name="KSO_WM_TEMPLATE_CATEGORY" val="diagram"/>
  <p:tag name="KSO_WM_TEMPLATE_INDEX" val="686"/>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686_3*l_h_i*1_3_1"/>
  <p:tag name="KSO_WM_TEMPLATE_CATEGORY" val="diagram"/>
  <p:tag name="KSO_WM_TEMPLATE_INDEX" val="686"/>
  <p:tag name="KSO_WM_UNIT_LAYERLEVEL" val="1_1_1"/>
  <p:tag name="KSO_WM_TAG_VERSION" val="1.0"/>
  <p:tag name="KSO_WM_BEAUTIFY_FLAG" val="#wm#"/>
  <p:tag name="KSO_WM_UNIT_LINE_FORE_SCHEMECOLOR_INDEX" val="7"/>
  <p:tag name="KSO_WM_UNIT_LINE_FILL_TYPE" val="2"/>
  <p:tag name="KSO_WM_UNIT_TEXT_FILL_FORE_SCHEMECOLOR_INDEX" val="7"/>
  <p:tag name="KSO_WM_UNIT_TEXT_FILL_TYPE" val="1"/>
</p:tagLst>
</file>

<file path=ppt/tags/tag196.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686_3*l_h_f*1_3_1"/>
  <p:tag name="KSO_WM_TEMPLATE_CATEGORY" val="diagram"/>
  <p:tag name="KSO_WM_TEMPLATE_INDEX" val="686"/>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686_3*l_h_i*1_2_1"/>
  <p:tag name="KSO_WM_TEMPLATE_CATEGORY" val="diagram"/>
  <p:tag name="KSO_WM_TEMPLATE_INDEX" val="686"/>
  <p:tag name="KSO_WM_UNIT_LAYERLEVEL" val="1_1_1"/>
  <p:tag name="KSO_WM_TAG_VERSION" val="1.0"/>
  <p:tag name="KSO_WM_BEAUTIFY_FLAG" val="#wm#"/>
  <p:tag name="KSO_WM_UNIT_LINE_FORE_SCHEMECOLOR_INDEX" val="6"/>
  <p:tag name="KSO_WM_UNIT_LINE_FILL_TYPE" val="2"/>
  <p:tag name="KSO_WM_UNIT_TEXT_FILL_FORE_SCHEMECOLOR_INDEX" val="6"/>
  <p:tag name="KSO_WM_UNIT_TEXT_FILL_TYPE" val="1"/>
</p:tagLst>
</file>

<file path=ppt/tags/tag198.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686_3*l_h_f*1_2_1"/>
  <p:tag name="KSO_WM_TEMPLATE_CATEGORY" val="diagram"/>
  <p:tag name="KSO_WM_TEMPLATE_INDEX" val="686"/>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99.xml><?xml version="1.0" encoding="utf-8"?>
<p:tagLst xmlns:p="http://schemas.openxmlformats.org/presentationml/2006/main">
  <p:tag name="KSO_WM_UNIT_ISCONTENTS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686_3*l_h_a*1_1_1"/>
  <p:tag name="KSO_WM_TEMPLATE_CATEGORY" val="diagram"/>
  <p:tag name="KSO_WM_TEMPLATE_INDEX" val="686"/>
  <p:tag name="KSO_WM_UNIT_LAYERLEVEL" val="1_1_1"/>
  <p:tag name="KSO_WM_TAG_VERSION" val="1.0"/>
  <p:tag name="KSO_WM_BEAUTIFY_FLAG" val="#wm#"/>
  <p:tag name="KSO_WM_UNIT_PRESET_TEXT" val="添加标题"/>
  <p:tag name="KSO_WM_UNIT_TEXT_FILL_FORE_SCHEMECOLOR_INDEX" val="5"/>
  <p:tag name="KSO_WM_UNIT_TEXT_FILL_TYPE" val="1"/>
</p:tagLst>
</file>

<file path=ppt/tags/tag200.xml><?xml version="1.0" encoding="utf-8"?>
<p:tagLst xmlns:p="http://schemas.openxmlformats.org/presentationml/2006/main">
  <p:tag name="KSO_WM_UNIT_ISCONTENTS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686_3*l_h_a*1_2_1"/>
  <p:tag name="KSO_WM_TEMPLATE_CATEGORY" val="diagram"/>
  <p:tag name="KSO_WM_TEMPLATE_INDEX" val="686"/>
  <p:tag name="KSO_WM_UNIT_LAYERLEVEL" val="1_1_1"/>
  <p:tag name="KSO_WM_TAG_VERSION" val="1.0"/>
  <p:tag name="KSO_WM_BEAUTIFY_FLAG" val="#wm#"/>
  <p:tag name="KSO_WM_UNIT_PRESET_TEXT" val="添加标题"/>
  <p:tag name="KSO_WM_UNIT_TEXT_FILL_FORE_SCHEMECOLOR_INDEX" val="6"/>
  <p:tag name="KSO_WM_UNIT_TEXT_FILL_TYPE" val="1"/>
</p:tagLst>
</file>

<file path=ppt/tags/tag201.xml><?xml version="1.0" encoding="utf-8"?>
<p:tagLst xmlns:p="http://schemas.openxmlformats.org/presentationml/2006/main">
  <p:tag name="KSO_WM_UNIT_ISCONTENTS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686_3*l_h_a*1_3_1"/>
  <p:tag name="KSO_WM_TEMPLATE_CATEGORY" val="diagram"/>
  <p:tag name="KSO_WM_TEMPLATE_INDEX" val="686"/>
  <p:tag name="KSO_WM_UNIT_LAYERLEVEL" val="1_1_1"/>
  <p:tag name="KSO_WM_TAG_VERSION" val="1.0"/>
  <p:tag name="KSO_WM_BEAUTIFY_FLAG" val="#wm#"/>
  <p:tag name="KSO_WM_UNIT_PRESET_TEXT" val="添加标题"/>
  <p:tag name="KSO_WM_UNIT_TEXT_FILL_FORE_SCHEMECOLOR_INDEX" val="7"/>
  <p:tag name="KSO_WM_UNIT_TEXT_FILL_TYPE"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686_3*l_h_i*1_3_1"/>
  <p:tag name="KSO_WM_TEMPLATE_CATEGORY" val="diagram"/>
  <p:tag name="KSO_WM_TEMPLATE_INDEX" val="686"/>
  <p:tag name="KSO_WM_UNIT_LAYERLEVEL" val="1_1_1"/>
  <p:tag name="KSO_WM_TAG_VERSION" val="1.0"/>
  <p:tag name="KSO_WM_BEAUTIFY_FLAG" val=""/>
  <p:tag name="KSO_WM_UNIT_LINE_FORE_SCHEMECOLOR_INDEX" val="7"/>
  <p:tag name="KSO_WM_UNIT_LINE_FILL_TYPE" val="2"/>
  <p:tag name="KSO_WM_UNIT_TEXT_FILL_FORE_SCHEMECOLOR_INDEX" val="7"/>
  <p:tag name="KSO_WM_UNIT_TEXT_FILL_TYPE" val="1"/>
</p:tagLst>
</file>

<file path=ppt/tags/tag203.xml><?xml version="1.0" encoding="utf-8"?>
<p:tagLst xmlns:p="http://schemas.openxmlformats.org/presentationml/2006/main">
  <p:tag name="KSO_WM_UNIT_ISCONTENTS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686_3*l_h_a*1_3_1"/>
  <p:tag name="KSO_WM_TEMPLATE_CATEGORY" val="diagram"/>
  <p:tag name="KSO_WM_TEMPLATE_INDEX" val="686"/>
  <p:tag name="KSO_WM_UNIT_LAYERLEVEL" val="1_1_1"/>
  <p:tag name="KSO_WM_TAG_VERSION" val="1.0"/>
  <p:tag name="KSO_WM_BEAUTIFY_FLAG" val=""/>
  <p:tag name="KSO_WM_UNIT_PRESET_TEXT" val="添加标题"/>
  <p:tag name="KSO_WM_UNIT_TEXT_FILL_FORE_SCHEMECOLOR_INDEX" val="7"/>
  <p:tag name="KSO_WM_UNIT_TEXT_FILL_TYPE" val="1"/>
</p:tagLst>
</file>

<file path=ppt/tags/tag204.xml><?xml version="1.0" encoding="utf-8"?>
<p:tagLst xmlns:p="http://schemas.openxmlformats.org/presentationml/2006/main">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686_3*l_h_f*1_3_1"/>
  <p:tag name="KSO_WM_TEMPLATE_CATEGORY" val="diagram"/>
  <p:tag name="KSO_WM_TEMPLATE_INDEX" val="686"/>
  <p:tag name="KSO_WM_UNIT_LAYERLEVEL" val="1_1_1"/>
  <p:tag name="KSO_WM_TAG_VERSION" val="1.0"/>
  <p:tag name="KSO_WM_BEAUTIFY_FLAG" val=""/>
  <p:tag name="KSO_WM_UNIT_PRESET_TEXT" val="单击此处添加文本具体内容"/>
  <p:tag name="KSO_WM_UNIT_TEXT_FILL_FORE_SCHEMECOLOR_INDEX" val="13"/>
  <p:tag name="KSO_WM_UNIT_TEXT_FILL_TYPE" val="1"/>
</p:tagLst>
</file>

<file path=ppt/theme/theme1.xml><?xml version="1.0" encoding="utf-8"?>
<a:theme xmlns:a="http://schemas.openxmlformats.org/drawingml/2006/main" name="Office Theme">
  <a:themeElements>
    <a:clrScheme name="联易融标准色">
      <a:dk1>
        <a:srgbClr val="404A4F"/>
      </a:dk1>
      <a:lt1>
        <a:srgbClr val="FFFFFF"/>
      </a:lt1>
      <a:dk2>
        <a:srgbClr val="383838"/>
      </a:dk2>
      <a:lt2>
        <a:srgbClr val="D9E2F3"/>
      </a:lt2>
      <a:accent1>
        <a:srgbClr val="2764FE"/>
      </a:accent1>
      <a:accent2>
        <a:srgbClr val="759CFF"/>
      </a:accent2>
      <a:accent3>
        <a:srgbClr val="3A77FF"/>
      </a:accent3>
      <a:accent4>
        <a:srgbClr val="FF8F00"/>
      </a:accent4>
      <a:accent5>
        <a:srgbClr val="FFBF00"/>
      </a:accent5>
      <a:accent6>
        <a:srgbClr val="FEA34A"/>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9" tIns="45719" rIns="45719" bIns="45719" numCol="1" spcCol="38100" rtlCol="0" anchor="t">
        <a:no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dirty="0" smtClean="0">
            <a:ln>
              <a:noFill/>
            </a:ln>
            <a:solidFill>
              <a:srgbClr val="4B4B4B"/>
            </a:solidFill>
            <a:effectLst/>
            <a:uFillTx/>
            <a:latin typeface="+mn-lt"/>
            <a:ea typeface="+mn-ea"/>
            <a:cs typeface="+mn-cs"/>
            <a:sym typeface="Calibri" panose="020F0502020204030204"/>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sx="1000" sy="1000" rotWithShape="0">
            <a:schemeClr val="accent1">
              <a:alpha val="38000"/>
            </a:schemeClr>
          </a:outerShdw>
        </a:effectLst>
      </a:spPr>
      <a:body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non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defRPr>
            <a:solidFill>
              <a:schemeClr val="tx1">
                <a:lumMod val="50000"/>
              </a:schemeClr>
            </a:solidFill>
          </a:defRPr>
        </a:def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64F86"/>
      </a:accent1>
      <a:accent2>
        <a:srgbClr val="4A93C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4B4B4B"/>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6768</Words>
  <Application>WPS 演示</Application>
  <PresentationFormat>宽屏</PresentationFormat>
  <Paragraphs>685</Paragraphs>
  <Slides>20</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20</vt:i4>
      </vt:variant>
    </vt:vector>
  </HeadingPairs>
  <TitlesOfParts>
    <vt:vector size="51" baseType="lpstr">
      <vt:lpstr>Arial</vt:lpstr>
      <vt:lpstr>宋体</vt:lpstr>
      <vt:lpstr>Wingdings</vt:lpstr>
      <vt:lpstr>Calibri</vt:lpstr>
      <vt:lpstr>Helvetica Neue</vt:lpstr>
      <vt:lpstr>微软雅黑</vt:lpstr>
      <vt:lpstr>Calibri Light</vt:lpstr>
      <vt:lpstr>Arial</vt:lpstr>
      <vt:lpstr>汉仪旗黑</vt:lpstr>
      <vt:lpstr>Source Han Sans CN Medium</vt:lpstr>
      <vt:lpstr>Thonburi</vt:lpstr>
      <vt:lpstr>方正兰亭中粗黑简体</vt:lpstr>
      <vt:lpstr>方正兰亭黑简体</vt:lpstr>
      <vt:lpstr>汉仪书宋二KW</vt:lpstr>
      <vt:lpstr>Source Han Sans CN Normal</vt:lpstr>
      <vt:lpstr>宋体</vt:lpstr>
      <vt:lpstr>Arial Unicode MS</vt:lpstr>
      <vt:lpstr>Helvetica</vt:lpstr>
      <vt:lpstr>Source Han Sans CN Bold</vt:lpstr>
      <vt:lpstr>Microsoft YaHei Light</vt:lpstr>
      <vt:lpstr>Source Han Sans CN Normal</vt:lpstr>
      <vt:lpstr>微软雅黑</vt:lpstr>
      <vt:lpstr>Apple Braille Outline 6 Dot</vt:lpstr>
      <vt:lpstr>苹方-简</vt:lpstr>
      <vt:lpstr>Wingdings</vt:lpstr>
      <vt:lpstr>Source Han Sans CN Medium</vt:lpstr>
      <vt:lpstr>Calibri</vt:lpstr>
      <vt:lpstr>汉仪中黑KW</vt:lpstr>
      <vt:lpstr>等线</vt:lpstr>
      <vt:lpstr>汉仪中等线KW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阿v_ky</dc:creator>
  <cp:lastModifiedBy>朱琳</cp:lastModifiedBy>
  <cp:revision>667</cp:revision>
  <dcterms:created xsi:type="dcterms:W3CDTF">2024-02-22T03:55:53Z</dcterms:created>
  <dcterms:modified xsi:type="dcterms:W3CDTF">2024-02-22T03:55:53Z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95C1D446A8DA4C09B1014EFC8456AB2C</vt:lpwstr>
  </property>
  <property fmtid="{D5CDD505-2E9C-101B-9397-08002B2CF9AE}" pid="3" name="KSOProductBuildVer">
    <vt:lpwstr>2052-6.5.1.8687</vt:lpwstr>
  </property>
</Properties>
</file>